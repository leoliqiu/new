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24384000" cy="13716000"/>
  <p:notesSz cx="13716000" cy="24384000"/>
  <p:embeddedFontLst>
    <p:embeddedFont>
      <p:font typeface="Liter" charset="-122" pitchFamily="34"/>
      <p:regular r:id="rId1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44600" y="762000"/>
            <a:ext cx="1524000" cy="762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3" name="Text 1"/>
          <p:cNvSpPr/>
          <p:nvPr/>
        </p:nvSpPr>
        <p:spPr>
          <a:xfrm>
            <a:off x="1244600" y="2540000"/>
            <a:ext cx="15240000" cy="139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</a:t>
            </a:r>
            <a:pPr>
              <a:lnSpc>
                <a:spcPct val="110000"/>
              </a:lnSpc>
            </a:pPr>
            <a:r>
              <a:rPr lang="en-US" sz="800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1244600" y="4064000"/>
            <a:ext cx="11430000" cy="139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Engineering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1244600" y="5842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2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qTest Knowledge to Playwright Automation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244600" y="6858000"/>
            <a:ext cx="3810000" cy="381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7" name="Text 5"/>
          <p:cNvSpPr/>
          <p:nvPr/>
        </p:nvSpPr>
        <p:spPr>
          <a:xfrm>
            <a:off x="1244600" y="72390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Complete QE Workflow Explained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6510000" y="2286000"/>
            <a:ext cx="2286000" cy="762000"/>
          </a:xfrm>
          <a:prstGeom prst="rect">
            <a:avLst/>
          </a:prstGeom>
          <a:solidFill>
            <a:srgbClr val="7EC0DA">
              <a:alpha val="15000"/>
            </a:srgbClr>
          </a:solidFill>
          <a:ln w="12700">
            <a:solidFill>
              <a:srgbClr val="7EC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510000" y="2286000"/>
            <a:ext cx="228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qTest Data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9685000" y="2286000"/>
            <a:ext cx="2286000" cy="762000"/>
          </a:xfrm>
          <a:prstGeom prst="rect">
            <a:avLst/>
          </a:prstGeom>
          <a:solidFill>
            <a:srgbClr val="4BACC6">
              <a:alpha val="15000"/>
            </a:srgbClr>
          </a:solidFill>
          <a:ln w="12700">
            <a:solidFill>
              <a:srgbClr val="4BAC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85000" y="2286000"/>
            <a:ext cx="228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4BACC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 Tools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6510000" y="3556000"/>
            <a:ext cx="2286000" cy="762000"/>
          </a:xfrm>
          <a:prstGeom prst="rect">
            <a:avLst/>
          </a:prstGeom>
          <a:solidFill>
            <a:srgbClr val="5A6C7D">
              <a:alpha val="15000"/>
            </a:srgbClr>
          </a:solidFill>
          <a:ln w="12700">
            <a:solidFill>
              <a:srgbClr val="5A6C7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510000" y="3556000"/>
            <a:ext cx="228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Locators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685000" y="3556000"/>
            <a:ext cx="2286000" cy="762000"/>
          </a:xfrm>
          <a:prstGeom prst="rect">
            <a:avLst/>
          </a:prstGeom>
          <a:solidFill>
            <a:srgbClr val="7EC0DA">
              <a:alpha val="30000"/>
            </a:srgbClr>
          </a:solidFill>
          <a:ln w="25400">
            <a:solidFill>
              <a:srgbClr val="7EC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685000" y="3556000"/>
            <a:ext cx="228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Engine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8796000" y="2667000"/>
            <a:ext cx="889000" cy="0"/>
          </a:xfrm>
          <a:prstGeom prst="straightConnector1">
            <a:avLst/>
          </a:prstGeom>
          <a:noFill/>
          <a:ln w="12700">
            <a:solidFill>
              <a:srgbClr val="7EC0DA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7653000" y="3048000"/>
            <a:ext cx="0" cy="508000"/>
          </a:xfrm>
          <a:prstGeom prst="straightConnector1">
            <a:avLst/>
          </a:prstGeom>
          <a:noFill/>
          <a:ln w="12700">
            <a:solidFill>
              <a:srgbClr val="5A6C7D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18796000" y="3937000"/>
            <a:ext cx="889000" cy="0"/>
          </a:xfrm>
          <a:prstGeom prst="straightConnector1">
            <a:avLst/>
          </a:prstGeom>
          <a:noFill/>
          <a:ln w="12700">
            <a:solidFill>
              <a:srgbClr val="4BACC6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0" y="13208000"/>
            <a:ext cx="24384000" cy="508000"/>
          </a:xfrm>
          <a:prstGeom prst="rect">
            <a:avLst/>
          </a:prstGeom>
          <a:solidFill>
            <a:srgbClr val="7EC0DA">
              <a:alpha val="1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244600" y="12903200"/>
            <a:ext cx="127000" cy="1270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21" name="Shape 19"/>
          <p:cNvSpPr/>
          <p:nvPr/>
        </p:nvSpPr>
        <p:spPr>
          <a:xfrm>
            <a:off x="1498600" y="12903200"/>
            <a:ext cx="127000" cy="127000"/>
          </a:xfrm>
          <a:prstGeom prst="ellipse">
            <a:avLst/>
          </a:prstGeom>
          <a:solidFill>
            <a:srgbClr val="5A6C7D"/>
          </a:solidFill>
          <a:ln/>
        </p:spPr>
      </p:sp>
      <p:sp>
        <p:nvSpPr>
          <p:cNvPr id="22" name="Shape 20"/>
          <p:cNvSpPr/>
          <p:nvPr/>
        </p:nvSpPr>
        <p:spPr>
          <a:xfrm>
            <a:off x="1752600" y="12903200"/>
            <a:ext cx="127000" cy="127000"/>
          </a:xfrm>
          <a:prstGeom prst="ellipse">
            <a:avLst/>
          </a:prstGeom>
          <a:solidFill>
            <a:srgbClr val="5A6C7D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635000"/>
            <a:ext cx="1143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56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</a:t>
            </a:r>
            <a:pPr>
              <a:lnSpc>
                <a:spcPct val="120000"/>
              </a:lnSpc>
            </a:pPr>
            <a:r>
              <a:rPr lang="en-US" sz="560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</a:t>
            </a:r>
            <a:pPr>
              <a:lnSpc>
                <a:spcPct val="120000"/>
              </a:lnSpc>
            </a:pPr>
            <a:r>
              <a:rPr lang="en-US" sz="56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Engine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244600" y="1587500"/>
            <a:ext cx="1270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AI learns from multiple sources to build unified testing intelligence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244600" y="2286000"/>
            <a:ext cx="6350000" cy="5715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5" name="Text 3"/>
          <p:cNvSpPr/>
          <p:nvPr/>
        </p:nvSpPr>
        <p:spPr>
          <a:xfrm>
            <a:off x="1244600" y="22860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2929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qTest Historical Data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44600" y="2857500"/>
            <a:ext cx="6350000" cy="2857500"/>
          </a:xfrm>
          <a:prstGeom prst="rect">
            <a:avLst/>
          </a:prstGeom>
          <a:solidFill>
            <a:srgbClr val="1E1E1E"/>
          </a:solidFill>
          <a:ln w="12700">
            <a:solidFill>
              <a:srgbClr val="7EC0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74800" y="3048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355600" y="163354"/>
                </a:moveTo>
                <a:cubicBezTo>
                  <a:pt x="343853" y="171133"/>
                  <a:pt x="330359" y="177403"/>
                  <a:pt x="316309" y="182404"/>
                </a:cubicBezTo>
                <a:cubicBezTo>
                  <a:pt x="279003" y="195739"/>
                  <a:pt x="230029" y="203200"/>
                  <a:pt x="177800" y="203200"/>
                </a:cubicBezTo>
                <a:cubicBezTo>
                  <a:pt x="125571" y="203200"/>
                  <a:pt x="76518" y="195659"/>
                  <a:pt x="39291" y="182404"/>
                </a:cubicBezTo>
                <a:cubicBezTo>
                  <a:pt x="25321" y="177403"/>
                  <a:pt x="11747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79613" y="292100"/>
                  <a:pt x="177800" y="292100"/>
                </a:cubicBezTo>
                <a:cubicBezTo>
                  <a:pt x="275987" y="292100"/>
                  <a:pt x="355600" y="263684"/>
                  <a:pt x="355600" y="228600"/>
                </a:cubicBezTo>
                <a:lnTo>
                  <a:pt x="355600" y="163354"/>
                </a:lnTo>
                <a:close/>
                <a:moveTo>
                  <a:pt x="355600" y="101600"/>
                </a:moveTo>
                <a:lnTo>
                  <a:pt x="355600" y="63500"/>
                </a:lnTo>
                <a:cubicBezTo>
                  <a:pt x="355600" y="28416"/>
                  <a:pt x="275987" y="0"/>
                  <a:pt x="177800" y="0"/>
                </a:cubicBezTo>
                <a:cubicBezTo>
                  <a:pt x="79613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79613" y="165100"/>
                  <a:pt x="177800" y="165100"/>
                </a:cubicBezTo>
                <a:cubicBezTo>
                  <a:pt x="275987" y="165100"/>
                  <a:pt x="355600" y="136684"/>
                  <a:pt x="355600" y="101600"/>
                </a:cubicBezTo>
                <a:close/>
                <a:moveTo>
                  <a:pt x="316309" y="309404"/>
                </a:moveTo>
                <a:cubicBezTo>
                  <a:pt x="279083" y="322659"/>
                  <a:pt x="230108" y="330200"/>
                  <a:pt x="177800" y="330200"/>
                </a:cubicBezTo>
                <a:cubicBezTo>
                  <a:pt x="125492" y="330200"/>
                  <a:pt x="76518" y="322659"/>
                  <a:pt x="39291" y="309404"/>
                </a:cubicBezTo>
                <a:cubicBezTo>
                  <a:pt x="25321" y="304403"/>
                  <a:pt x="11747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79613" y="406400"/>
                  <a:pt x="177800" y="406400"/>
                </a:cubicBezTo>
                <a:cubicBezTo>
                  <a:pt x="275987" y="406400"/>
                  <a:pt x="355600" y="377984"/>
                  <a:pt x="355600" y="342900"/>
                </a:cubicBezTo>
                <a:lnTo>
                  <a:pt x="355600" y="290354"/>
                </a:lnTo>
                <a:cubicBezTo>
                  <a:pt x="343853" y="298133"/>
                  <a:pt x="330359" y="304403"/>
                  <a:pt x="316309" y="309404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8" name="Text 6"/>
          <p:cNvSpPr/>
          <p:nvPr/>
        </p:nvSpPr>
        <p:spPr>
          <a:xfrm>
            <a:off x="1549400" y="3556000"/>
            <a:ext cx="57404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Test cases &amp; preconditions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Steps &amp; expected results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Execution history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Pass/fail patterns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Linked JIRA requirements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017000" y="2286000"/>
            <a:ext cx="6350000" cy="571500"/>
          </a:xfrm>
          <a:prstGeom prst="rect">
            <a:avLst/>
          </a:prstGeom>
          <a:solidFill>
            <a:srgbClr val="4BACC6"/>
          </a:solidFill>
          <a:ln/>
        </p:spPr>
      </p:sp>
      <p:sp>
        <p:nvSpPr>
          <p:cNvPr id="10" name="Text 8"/>
          <p:cNvSpPr/>
          <p:nvPr/>
        </p:nvSpPr>
        <p:spPr>
          <a:xfrm>
            <a:off x="9017000" y="22860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2929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 Recording Tools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017000" y="2857500"/>
            <a:ext cx="6350000" cy="2857500"/>
          </a:xfrm>
          <a:prstGeom prst="rect">
            <a:avLst/>
          </a:prstGeom>
          <a:solidFill>
            <a:srgbClr val="1E1E1E"/>
          </a:solidFill>
          <a:ln w="12700">
            <a:solidFill>
              <a:srgbClr val="4BAC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96400" y="3048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76200" y="50800"/>
                </a:moveTo>
                <a:cubicBezTo>
                  <a:pt x="48181" y="50800"/>
                  <a:pt x="25400" y="73581"/>
                  <a:pt x="25400" y="101600"/>
                </a:cubicBezTo>
                <a:lnTo>
                  <a:pt x="25400" y="304800"/>
                </a:lnTo>
                <a:cubicBezTo>
                  <a:pt x="25400" y="332819"/>
                  <a:pt x="48181" y="355600"/>
                  <a:pt x="76200" y="355600"/>
                </a:cubicBezTo>
                <a:lnTo>
                  <a:pt x="279400" y="355600"/>
                </a:lnTo>
                <a:cubicBezTo>
                  <a:pt x="307419" y="355600"/>
                  <a:pt x="330200" y="332819"/>
                  <a:pt x="330200" y="304800"/>
                </a:cubicBezTo>
                <a:lnTo>
                  <a:pt x="330200" y="101600"/>
                </a:lnTo>
                <a:cubicBezTo>
                  <a:pt x="330200" y="73581"/>
                  <a:pt x="307419" y="50800"/>
                  <a:pt x="279400" y="50800"/>
                </a:cubicBezTo>
                <a:lnTo>
                  <a:pt x="76200" y="50800"/>
                </a:lnTo>
                <a:close/>
                <a:moveTo>
                  <a:pt x="368300" y="266700"/>
                </a:moveTo>
                <a:lnTo>
                  <a:pt x="426641" y="313373"/>
                </a:lnTo>
                <a:cubicBezTo>
                  <a:pt x="429974" y="316071"/>
                  <a:pt x="434102" y="317500"/>
                  <a:pt x="438388" y="317500"/>
                </a:cubicBezTo>
                <a:cubicBezTo>
                  <a:pt x="448786" y="317500"/>
                  <a:pt x="457200" y="309086"/>
                  <a:pt x="457200" y="298688"/>
                </a:cubicBezTo>
                <a:lnTo>
                  <a:pt x="457200" y="107712"/>
                </a:lnTo>
                <a:cubicBezTo>
                  <a:pt x="457200" y="97314"/>
                  <a:pt x="448786" y="88900"/>
                  <a:pt x="438388" y="88900"/>
                </a:cubicBezTo>
                <a:cubicBezTo>
                  <a:pt x="434102" y="88900"/>
                  <a:pt x="429974" y="90329"/>
                  <a:pt x="426641" y="93028"/>
                </a:cubicBezTo>
                <a:lnTo>
                  <a:pt x="368300" y="139700"/>
                </a:lnTo>
                <a:lnTo>
                  <a:pt x="368300" y="266700"/>
                </a:lnTo>
                <a:close/>
              </a:path>
            </a:pathLst>
          </a:custGeom>
          <a:solidFill>
            <a:srgbClr val="4BACC6"/>
          </a:solidFill>
          <a:ln/>
        </p:spPr>
      </p:sp>
      <p:sp>
        <p:nvSpPr>
          <p:cNvPr id="13" name="Text 11"/>
          <p:cNvSpPr/>
          <p:nvPr/>
        </p:nvSpPr>
        <p:spPr>
          <a:xfrm>
            <a:off x="9321800" y="3556000"/>
            <a:ext cx="57404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4BACC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Page visits &amp; click paths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4BACC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Screenshots &amp; timestamps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4BACC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Workflow transitions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4BACC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Tester notes &amp; decisions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4BACC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Hesitation &amp; retry patterns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6789400" y="2286000"/>
            <a:ext cx="6350000" cy="571500"/>
          </a:xfrm>
          <a:prstGeom prst="rect">
            <a:avLst/>
          </a:prstGeom>
          <a:solidFill>
            <a:srgbClr val="5A8FA8"/>
          </a:solidFill>
          <a:ln/>
        </p:spPr>
      </p:sp>
      <p:sp>
        <p:nvSpPr>
          <p:cNvPr id="15" name="Text 13"/>
          <p:cNvSpPr/>
          <p:nvPr/>
        </p:nvSpPr>
        <p:spPr>
          <a:xfrm>
            <a:off x="16789400" y="22860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2929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Playwright Locators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6789400" y="2857500"/>
            <a:ext cx="6350000" cy="2857500"/>
          </a:xfrm>
          <a:prstGeom prst="rect">
            <a:avLst/>
          </a:prstGeom>
          <a:solidFill>
            <a:srgbClr val="1E1E1E"/>
          </a:solidFill>
          <a:ln w="12700">
            <a:solidFill>
              <a:srgbClr val="5A8F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068800" y="3048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28600" y="-12700"/>
                </a:moveTo>
                <a:cubicBezTo>
                  <a:pt x="242649" y="-12700"/>
                  <a:pt x="254000" y="-1349"/>
                  <a:pt x="254000" y="12700"/>
                </a:cubicBezTo>
                <a:lnTo>
                  <a:pt x="254000" y="27226"/>
                </a:lnTo>
                <a:cubicBezTo>
                  <a:pt x="331867" y="38338"/>
                  <a:pt x="393462" y="99933"/>
                  <a:pt x="404574" y="177800"/>
                </a:cubicBezTo>
                <a:lnTo>
                  <a:pt x="419100" y="177800"/>
                </a:lnTo>
                <a:cubicBezTo>
                  <a:pt x="433149" y="177800"/>
                  <a:pt x="444500" y="189151"/>
                  <a:pt x="444500" y="203200"/>
                </a:cubicBezTo>
                <a:cubicBezTo>
                  <a:pt x="444500" y="217249"/>
                  <a:pt x="433149" y="228600"/>
                  <a:pt x="419100" y="228600"/>
                </a:cubicBezTo>
                <a:lnTo>
                  <a:pt x="404574" y="228600"/>
                </a:lnTo>
                <a:cubicBezTo>
                  <a:pt x="393462" y="306467"/>
                  <a:pt x="331867" y="368062"/>
                  <a:pt x="254000" y="379174"/>
                </a:cubicBezTo>
                <a:lnTo>
                  <a:pt x="254000" y="393700"/>
                </a:lnTo>
                <a:cubicBezTo>
                  <a:pt x="254000" y="407749"/>
                  <a:pt x="242649" y="419100"/>
                  <a:pt x="228600" y="419100"/>
                </a:cubicBezTo>
                <a:cubicBezTo>
                  <a:pt x="214551" y="419100"/>
                  <a:pt x="203200" y="407749"/>
                  <a:pt x="203200" y="393700"/>
                </a:cubicBezTo>
                <a:lnTo>
                  <a:pt x="203200" y="379174"/>
                </a:lnTo>
                <a:cubicBezTo>
                  <a:pt x="125333" y="368062"/>
                  <a:pt x="63738" y="306467"/>
                  <a:pt x="52626" y="228600"/>
                </a:cubicBezTo>
                <a:lnTo>
                  <a:pt x="38100" y="228600"/>
                </a:lnTo>
                <a:cubicBezTo>
                  <a:pt x="24051" y="228600"/>
                  <a:pt x="12700" y="217249"/>
                  <a:pt x="12700" y="203200"/>
                </a:cubicBezTo>
                <a:cubicBezTo>
                  <a:pt x="12700" y="189151"/>
                  <a:pt x="24051" y="177800"/>
                  <a:pt x="38100" y="177800"/>
                </a:cubicBezTo>
                <a:lnTo>
                  <a:pt x="52626" y="177800"/>
                </a:lnTo>
                <a:cubicBezTo>
                  <a:pt x="63738" y="99933"/>
                  <a:pt x="125333" y="38338"/>
                  <a:pt x="203200" y="27226"/>
                </a:cubicBezTo>
                <a:lnTo>
                  <a:pt x="203200" y="12700"/>
                </a:lnTo>
                <a:cubicBezTo>
                  <a:pt x="203200" y="-1349"/>
                  <a:pt x="214551" y="-12700"/>
                  <a:pt x="228600" y="-12700"/>
                </a:cubicBezTo>
                <a:close/>
                <a:moveTo>
                  <a:pt x="104140" y="228600"/>
                </a:moveTo>
                <a:cubicBezTo>
                  <a:pt x="114221" y="278368"/>
                  <a:pt x="153432" y="317579"/>
                  <a:pt x="203200" y="327660"/>
                </a:cubicBezTo>
                <a:lnTo>
                  <a:pt x="203200" y="317500"/>
                </a:lnTo>
                <a:cubicBezTo>
                  <a:pt x="203200" y="303451"/>
                  <a:pt x="214551" y="292100"/>
                  <a:pt x="228600" y="292100"/>
                </a:cubicBezTo>
                <a:cubicBezTo>
                  <a:pt x="242649" y="292100"/>
                  <a:pt x="254000" y="303451"/>
                  <a:pt x="254000" y="317500"/>
                </a:cubicBezTo>
                <a:lnTo>
                  <a:pt x="254000" y="327660"/>
                </a:lnTo>
                <a:cubicBezTo>
                  <a:pt x="303768" y="317579"/>
                  <a:pt x="342979" y="278368"/>
                  <a:pt x="353060" y="228600"/>
                </a:cubicBezTo>
                <a:lnTo>
                  <a:pt x="342900" y="228600"/>
                </a:lnTo>
                <a:cubicBezTo>
                  <a:pt x="328851" y="228600"/>
                  <a:pt x="317500" y="217249"/>
                  <a:pt x="317500" y="203200"/>
                </a:cubicBezTo>
                <a:cubicBezTo>
                  <a:pt x="317500" y="189151"/>
                  <a:pt x="328851" y="177800"/>
                  <a:pt x="342900" y="177800"/>
                </a:cubicBezTo>
                <a:lnTo>
                  <a:pt x="353060" y="177800"/>
                </a:lnTo>
                <a:cubicBezTo>
                  <a:pt x="342979" y="128032"/>
                  <a:pt x="303768" y="88821"/>
                  <a:pt x="254000" y="78740"/>
                </a:cubicBezTo>
                <a:lnTo>
                  <a:pt x="254000" y="88900"/>
                </a:lnTo>
                <a:cubicBezTo>
                  <a:pt x="254000" y="102949"/>
                  <a:pt x="242649" y="114300"/>
                  <a:pt x="228600" y="114300"/>
                </a:cubicBezTo>
                <a:cubicBezTo>
                  <a:pt x="214551" y="114300"/>
                  <a:pt x="203200" y="102949"/>
                  <a:pt x="203200" y="88900"/>
                </a:cubicBezTo>
                <a:lnTo>
                  <a:pt x="203200" y="78740"/>
                </a:lnTo>
                <a:cubicBezTo>
                  <a:pt x="153432" y="88821"/>
                  <a:pt x="114221" y="128032"/>
                  <a:pt x="104140" y="177800"/>
                </a:cubicBezTo>
                <a:lnTo>
                  <a:pt x="114300" y="177800"/>
                </a:lnTo>
                <a:cubicBezTo>
                  <a:pt x="128349" y="177800"/>
                  <a:pt x="139700" y="189151"/>
                  <a:pt x="139700" y="203200"/>
                </a:cubicBezTo>
                <a:cubicBezTo>
                  <a:pt x="139700" y="217249"/>
                  <a:pt x="128349" y="228600"/>
                  <a:pt x="114300" y="228600"/>
                </a:cubicBezTo>
                <a:lnTo>
                  <a:pt x="104140" y="228600"/>
                </a:lnTo>
                <a:close/>
                <a:moveTo>
                  <a:pt x="228600" y="165100"/>
                </a:moveTo>
                <a:cubicBezTo>
                  <a:pt x="249628" y="165100"/>
                  <a:pt x="266700" y="182172"/>
                  <a:pt x="266700" y="203200"/>
                </a:cubicBezTo>
                <a:cubicBezTo>
                  <a:pt x="266700" y="224228"/>
                  <a:pt x="249628" y="241300"/>
                  <a:pt x="228600" y="241300"/>
                </a:cubicBezTo>
                <a:cubicBezTo>
                  <a:pt x="207572" y="241300"/>
                  <a:pt x="190500" y="224228"/>
                  <a:pt x="190500" y="203200"/>
                </a:cubicBezTo>
                <a:cubicBezTo>
                  <a:pt x="190500" y="182172"/>
                  <a:pt x="207572" y="165100"/>
                  <a:pt x="228600" y="165100"/>
                </a:cubicBezTo>
                <a:close/>
              </a:path>
            </a:pathLst>
          </a:custGeom>
          <a:solidFill>
            <a:srgbClr val="5A8FA8"/>
          </a:solidFill>
          <a:ln/>
        </p:spPr>
      </p:sp>
      <p:sp>
        <p:nvSpPr>
          <p:cNvPr id="18" name="Text 16"/>
          <p:cNvSpPr/>
          <p:nvPr/>
        </p:nvSpPr>
        <p:spPr>
          <a:xfrm>
            <a:off x="17094200" y="3556000"/>
            <a:ext cx="57404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5A8F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getByRole / getByLabel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5A8F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getByText / getByTestId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5A8F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Stable CSS selectors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5A8F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Confidence scores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5A8F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Suggested Playwright code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94600" y="5842000"/>
            <a:ext cx="2057400" cy="254000"/>
          </a:xfrm>
          <a:prstGeom prst="straightConnector1">
            <a:avLst/>
          </a:prstGeom>
          <a:noFill/>
          <a:ln w="25400">
            <a:solidFill>
              <a:srgbClr val="7EC0DA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15367000" y="5842000"/>
            <a:ext cx="0" cy="254000"/>
          </a:xfrm>
          <a:prstGeom prst="straightConnector1">
            <a:avLst/>
          </a:prstGeom>
          <a:noFill/>
          <a:ln w="25400">
            <a:solidFill>
              <a:srgbClr val="4BACC6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 flipH="1">
            <a:off x="15367000" y="5842000"/>
            <a:ext cx="2057400" cy="254000"/>
          </a:xfrm>
          <a:prstGeom prst="straightConnector1">
            <a:avLst/>
          </a:prstGeom>
          <a:noFill/>
          <a:ln w="25400">
            <a:solidFill>
              <a:srgbClr val="5A8FA8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9652000" y="6223000"/>
            <a:ext cx="5080000" cy="762000"/>
          </a:xfrm>
          <a:prstGeom prst="rect">
            <a:avLst/>
          </a:prstGeom>
          <a:solidFill>
            <a:srgbClr val="7EC0DA"/>
          </a:solidFill>
          <a:ln/>
          <a:effectLst>
            <a:outerShdw sx="100000" sy="100000" kx="0" ky="0" algn="bl" rotWithShape="0" blurRad="254000" dist="50800" dir="2700000">
              <a:srgbClr val="7ec0da">
                <a:alpha val="25098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969500" y="635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19063" y="55563"/>
                </a:moveTo>
                <a:cubicBezTo>
                  <a:pt x="119063" y="24904"/>
                  <a:pt x="143966" y="0"/>
                  <a:pt x="174625" y="0"/>
                </a:cubicBezTo>
                <a:lnTo>
                  <a:pt x="198438" y="0"/>
                </a:lnTo>
                <a:cubicBezTo>
                  <a:pt x="215999" y="0"/>
                  <a:pt x="230188" y="14188"/>
                  <a:pt x="230188" y="31750"/>
                </a:cubicBezTo>
                <a:lnTo>
                  <a:pt x="230188" y="476250"/>
                </a:lnTo>
                <a:cubicBezTo>
                  <a:pt x="230188" y="493812"/>
                  <a:pt x="215999" y="508000"/>
                  <a:pt x="198438" y="508000"/>
                </a:cubicBezTo>
                <a:lnTo>
                  <a:pt x="166688" y="508000"/>
                </a:lnTo>
                <a:cubicBezTo>
                  <a:pt x="137120" y="508000"/>
                  <a:pt x="112216" y="487759"/>
                  <a:pt x="105172" y="460375"/>
                </a:cubicBezTo>
                <a:cubicBezTo>
                  <a:pt x="104477" y="460375"/>
                  <a:pt x="103882" y="460375"/>
                  <a:pt x="103188" y="460375"/>
                </a:cubicBezTo>
                <a:cubicBezTo>
                  <a:pt x="59333" y="460375"/>
                  <a:pt x="23812" y="424855"/>
                  <a:pt x="23812" y="381000"/>
                </a:cubicBezTo>
                <a:cubicBezTo>
                  <a:pt x="23812" y="363141"/>
                  <a:pt x="29766" y="346670"/>
                  <a:pt x="39688" y="333375"/>
                </a:cubicBezTo>
                <a:cubicBezTo>
                  <a:pt x="20439" y="318889"/>
                  <a:pt x="7938" y="295870"/>
                  <a:pt x="7938" y="269875"/>
                </a:cubicBezTo>
                <a:cubicBezTo>
                  <a:pt x="7938" y="239216"/>
                  <a:pt x="25400" y="212527"/>
                  <a:pt x="50800" y="199330"/>
                </a:cubicBezTo>
                <a:cubicBezTo>
                  <a:pt x="43755" y="187424"/>
                  <a:pt x="39688" y="173534"/>
                  <a:pt x="39688" y="158750"/>
                </a:cubicBezTo>
                <a:cubicBezTo>
                  <a:pt x="39688" y="114895"/>
                  <a:pt x="75208" y="79375"/>
                  <a:pt x="119063" y="79375"/>
                </a:cubicBezTo>
                <a:lnTo>
                  <a:pt x="119063" y="55563"/>
                </a:lnTo>
                <a:close/>
                <a:moveTo>
                  <a:pt x="388938" y="55563"/>
                </a:moveTo>
                <a:lnTo>
                  <a:pt x="388938" y="79375"/>
                </a:lnTo>
                <a:cubicBezTo>
                  <a:pt x="432792" y="79375"/>
                  <a:pt x="468313" y="114895"/>
                  <a:pt x="468313" y="158750"/>
                </a:cubicBezTo>
                <a:cubicBezTo>
                  <a:pt x="468313" y="173633"/>
                  <a:pt x="464245" y="187523"/>
                  <a:pt x="457200" y="199330"/>
                </a:cubicBezTo>
                <a:cubicBezTo>
                  <a:pt x="482699" y="212527"/>
                  <a:pt x="500063" y="239117"/>
                  <a:pt x="500063" y="269875"/>
                </a:cubicBezTo>
                <a:cubicBezTo>
                  <a:pt x="500063" y="295870"/>
                  <a:pt x="487561" y="318889"/>
                  <a:pt x="468313" y="333375"/>
                </a:cubicBezTo>
                <a:cubicBezTo>
                  <a:pt x="478234" y="346670"/>
                  <a:pt x="484187" y="363141"/>
                  <a:pt x="484187" y="381000"/>
                </a:cubicBezTo>
                <a:cubicBezTo>
                  <a:pt x="484187" y="424855"/>
                  <a:pt x="448667" y="460375"/>
                  <a:pt x="404813" y="460375"/>
                </a:cubicBezTo>
                <a:cubicBezTo>
                  <a:pt x="404118" y="460375"/>
                  <a:pt x="403523" y="460375"/>
                  <a:pt x="402828" y="460375"/>
                </a:cubicBezTo>
                <a:cubicBezTo>
                  <a:pt x="395784" y="487759"/>
                  <a:pt x="370880" y="508000"/>
                  <a:pt x="341313" y="508000"/>
                </a:cubicBezTo>
                <a:lnTo>
                  <a:pt x="309562" y="508000"/>
                </a:lnTo>
                <a:cubicBezTo>
                  <a:pt x="292001" y="508000"/>
                  <a:pt x="277813" y="493812"/>
                  <a:pt x="277813" y="476250"/>
                </a:cubicBezTo>
                <a:lnTo>
                  <a:pt x="277813" y="31750"/>
                </a:lnTo>
                <a:cubicBezTo>
                  <a:pt x="277813" y="14188"/>
                  <a:pt x="292001" y="0"/>
                  <a:pt x="309562" y="0"/>
                </a:cubicBezTo>
                <a:lnTo>
                  <a:pt x="333375" y="0"/>
                </a:lnTo>
                <a:cubicBezTo>
                  <a:pt x="364034" y="0"/>
                  <a:pt x="388938" y="24904"/>
                  <a:pt x="388938" y="55563"/>
                </a:cubicBezTo>
                <a:close/>
              </a:path>
            </a:pathLst>
          </a:custGeom>
          <a:solidFill>
            <a:srgbClr val="292929"/>
          </a:solidFill>
          <a:ln/>
        </p:spPr>
      </p:sp>
      <p:sp>
        <p:nvSpPr>
          <p:cNvPr id="24" name="Text 22"/>
          <p:cNvSpPr/>
          <p:nvPr/>
        </p:nvSpPr>
        <p:spPr>
          <a:xfrm>
            <a:off x="10604500" y="6223000"/>
            <a:ext cx="381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929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Knowledge Hub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44600" y="7366000"/>
            <a:ext cx="21894800" cy="50800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26" name="Text 24"/>
          <p:cNvSpPr/>
          <p:nvPr/>
        </p:nvSpPr>
        <p:spPr>
          <a:xfrm>
            <a:off x="1244600" y="7366000"/>
            <a:ext cx="21894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AI-GENERATED OUTPUTS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244600" y="8064500"/>
            <a:ext cx="3429000" cy="1397000"/>
          </a:xfrm>
          <a:prstGeom prst="rect">
            <a:avLst/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19238" y="8229600"/>
            <a:ext cx="288925" cy="330200"/>
          </a:xfrm>
          <a:custGeom>
            <a:avLst/>
            <a:gdLst/>
            <a:ahLst/>
            <a:cxnLst/>
            <a:rect l="l" t="t" r="r" b="b"/>
            <a:pathLst>
              <a:path w="288925" h="330200">
                <a:moveTo>
                  <a:pt x="247650" y="330200"/>
                </a:moveTo>
                <a:lnTo>
                  <a:pt x="61912" y="330200"/>
                </a:lnTo>
                <a:cubicBezTo>
                  <a:pt x="27732" y="330200"/>
                  <a:pt x="0" y="302468"/>
                  <a:pt x="0" y="268288"/>
                </a:cubicBezTo>
                <a:lnTo>
                  <a:pt x="0" y="61912"/>
                </a:lnTo>
                <a:cubicBezTo>
                  <a:pt x="0" y="27732"/>
                  <a:pt x="27732" y="0"/>
                  <a:pt x="61912" y="0"/>
                </a:cubicBezTo>
                <a:lnTo>
                  <a:pt x="257969" y="0"/>
                </a:lnTo>
                <a:cubicBezTo>
                  <a:pt x="275059" y="0"/>
                  <a:pt x="288925" y="13866"/>
                  <a:pt x="288925" y="30956"/>
                </a:cubicBezTo>
                <a:lnTo>
                  <a:pt x="288925" y="216694"/>
                </a:lnTo>
                <a:cubicBezTo>
                  <a:pt x="288925" y="230173"/>
                  <a:pt x="280283" y="241652"/>
                  <a:pt x="268288" y="245909"/>
                </a:cubicBezTo>
                <a:lnTo>
                  <a:pt x="268288" y="288925"/>
                </a:lnTo>
                <a:cubicBezTo>
                  <a:pt x="279703" y="288925"/>
                  <a:pt x="288925" y="298147"/>
                  <a:pt x="288925" y="309563"/>
                </a:cubicBezTo>
                <a:cubicBezTo>
                  <a:pt x="288925" y="320978"/>
                  <a:pt x="279703" y="330200"/>
                  <a:pt x="268288" y="330200"/>
                </a:cubicBezTo>
                <a:lnTo>
                  <a:pt x="247650" y="330200"/>
                </a:lnTo>
                <a:close/>
                <a:moveTo>
                  <a:pt x="61912" y="247650"/>
                </a:moveTo>
                <a:cubicBezTo>
                  <a:pt x="50497" y="247650"/>
                  <a:pt x="41275" y="256872"/>
                  <a:pt x="41275" y="268288"/>
                </a:cubicBezTo>
                <a:cubicBezTo>
                  <a:pt x="41275" y="279703"/>
                  <a:pt x="50497" y="288925"/>
                  <a:pt x="61912" y="288925"/>
                </a:cubicBezTo>
                <a:lnTo>
                  <a:pt x="227013" y="288925"/>
                </a:lnTo>
                <a:lnTo>
                  <a:pt x="227013" y="247650"/>
                </a:lnTo>
                <a:lnTo>
                  <a:pt x="61912" y="247650"/>
                </a:lnTo>
                <a:close/>
                <a:moveTo>
                  <a:pt x="82550" y="98028"/>
                </a:moveTo>
                <a:cubicBezTo>
                  <a:pt x="82550" y="106606"/>
                  <a:pt x="89451" y="113506"/>
                  <a:pt x="98028" y="113506"/>
                </a:cubicBezTo>
                <a:lnTo>
                  <a:pt x="211534" y="113506"/>
                </a:lnTo>
                <a:cubicBezTo>
                  <a:pt x="220112" y="113506"/>
                  <a:pt x="227013" y="106606"/>
                  <a:pt x="227013" y="98028"/>
                </a:cubicBezTo>
                <a:cubicBezTo>
                  <a:pt x="227013" y="89451"/>
                  <a:pt x="220112" y="82550"/>
                  <a:pt x="211534" y="82550"/>
                </a:cubicBezTo>
                <a:lnTo>
                  <a:pt x="98028" y="82550"/>
                </a:lnTo>
                <a:cubicBezTo>
                  <a:pt x="89451" y="82550"/>
                  <a:pt x="82550" y="89451"/>
                  <a:pt x="82550" y="98028"/>
                </a:cubicBezTo>
                <a:close/>
                <a:moveTo>
                  <a:pt x="98028" y="144463"/>
                </a:moveTo>
                <a:cubicBezTo>
                  <a:pt x="89451" y="144463"/>
                  <a:pt x="82550" y="151363"/>
                  <a:pt x="82550" y="159941"/>
                </a:cubicBezTo>
                <a:cubicBezTo>
                  <a:pt x="82550" y="168518"/>
                  <a:pt x="89451" y="175419"/>
                  <a:pt x="98028" y="175419"/>
                </a:cubicBezTo>
                <a:lnTo>
                  <a:pt x="211534" y="175419"/>
                </a:lnTo>
                <a:cubicBezTo>
                  <a:pt x="220112" y="175419"/>
                  <a:pt x="227013" y="168518"/>
                  <a:pt x="227013" y="159941"/>
                </a:cubicBezTo>
                <a:cubicBezTo>
                  <a:pt x="227013" y="151363"/>
                  <a:pt x="220112" y="144463"/>
                  <a:pt x="211534" y="144463"/>
                </a:cubicBezTo>
                <a:lnTo>
                  <a:pt x="98028" y="144463"/>
                </a:ln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29" name="Text 27"/>
          <p:cNvSpPr/>
          <p:nvPr/>
        </p:nvSpPr>
        <p:spPr>
          <a:xfrm>
            <a:off x="1498600" y="8610600"/>
            <a:ext cx="292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Testing Guide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Workflow &amp; module docs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054600" y="8064500"/>
            <a:ext cx="3429000" cy="1397000"/>
          </a:xfrm>
          <a:prstGeom prst="rect">
            <a:avLst/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49875" y="8229600"/>
            <a:ext cx="247650" cy="330200"/>
          </a:xfrm>
          <a:custGeom>
            <a:avLst/>
            <a:gdLst/>
            <a:ahLst/>
            <a:cxnLst/>
            <a:rect l="l" t="t" r="r" b="b"/>
            <a:pathLst>
              <a:path w="247650" h="330200">
                <a:moveTo>
                  <a:pt x="200829" y="20638"/>
                </a:moveTo>
                <a:lnTo>
                  <a:pt x="206375" y="20638"/>
                </a:lnTo>
                <a:cubicBezTo>
                  <a:pt x="229141" y="20638"/>
                  <a:pt x="247650" y="39147"/>
                  <a:pt x="247650" y="61912"/>
                </a:cubicBezTo>
                <a:lnTo>
                  <a:pt x="247650" y="288925"/>
                </a:lnTo>
                <a:cubicBezTo>
                  <a:pt x="247650" y="311691"/>
                  <a:pt x="229141" y="330200"/>
                  <a:pt x="206375" y="330200"/>
                </a:cubicBezTo>
                <a:lnTo>
                  <a:pt x="41275" y="330200"/>
                </a:lnTo>
                <a:cubicBezTo>
                  <a:pt x="18509" y="330200"/>
                  <a:pt x="0" y="311691"/>
                  <a:pt x="0" y="288925"/>
                </a:cubicBezTo>
                <a:lnTo>
                  <a:pt x="0" y="61912"/>
                </a:lnTo>
                <a:cubicBezTo>
                  <a:pt x="0" y="39147"/>
                  <a:pt x="18509" y="20638"/>
                  <a:pt x="41275" y="20638"/>
                </a:cubicBezTo>
                <a:lnTo>
                  <a:pt x="46821" y="20638"/>
                </a:lnTo>
                <a:cubicBezTo>
                  <a:pt x="53915" y="8319"/>
                  <a:pt x="67265" y="0"/>
                  <a:pt x="82550" y="0"/>
                </a:cubicBezTo>
                <a:lnTo>
                  <a:pt x="165100" y="0"/>
                </a:lnTo>
                <a:cubicBezTo>
                  <a:pt x="180385" y="0"/>
                  <a:pt x="193735" y="8319"/>
                  <a:pt x="200829" y="20638"/>
                </a:cubicBezTo>
                <a:close/>
                <a:moveTo>
                  <a:pt x="159941" y="72231"/>
                </a:moveTo>
                <a:cubicBezTo>
                  <a:pt x="168518" y="72231"/>
                  <a:pt x="175419" y="65331"/>
                  <a:pt x="175419" y="56753"/>
                </a:cubicBezTo>
                <a:cubicBezTo>
                  <a:pt x="175419" y="48176"/>
                  <a:pt x="168518" y="41275"/>
                  <a:pt x="159941" y="41275"/>
                </a:cubicBezTo>
                <a:lnTo>
                  <a:pt x="87709" y="41275"/>
                </a:lnTo>
                <a:cubicBezTo>
                  <a:pt x="79132" y="41275"/>
                  <a:pt x="72231" y="48176"/>
                  <a:pt x="72231" y="56753"/>
                </a:cubicBezTo>
                <a:cubicBezTo>
                  <a:pt x="72231" y="65331"/>
                  <a:pt x="79132" y="72231"/>
                  <a:pt x="87709" y="72231"/>
                </a:cubicBezTo>
                <a:lnTo>
                  <a:pt x="159941" y="72231"/>
                </a:lnTo>
                <a:close/>
                <a:moveTo>
                  <a:pt x="82550" y="165100"/>
                </a:moveTo>
                <a:cubicBezTo>
                  <a:pt x="82550" y="153710"/>
                  <a:pt x="73303" y="144463"/>
                  <a:pt x="61912" y="144463"/>
                </a:cubicBezTo>
                <a:cubicBezTo>
                  <a:pt x="50522" y="144463"/>
                  <a:pt x="41275" y="153710"/>
                  <a:pt x="41275" y="165100"/>
                </a:cubicBezTo>
                <a:cubicBezTo>
                  <a:pt x="41275" y="176490"/>
                  <a:pt x="50522" y="185738"/>
                  <a:pt x="61912" y="185738"/>
                </a:cubicBezTo>
                <a:cubicBezTo>
                  <a:pt x="73303" y="185738"/>
                  <a:pt x="82550" y="176490"/>
                  <a:pt x="82550" y="165100"/>
                </a:cubicBezTo>
                <a:close/>
                <a:moveTo>
                  <a:pt x="103188" y="165100"/>
                </a:moveTo>
                <a:cubicBezTo>
                  <a:pt x="103188" y="173677"/>
                  <a:pt x="110088" y="180578"/>
                  <a:pt x="118666" y="180578"/>
                </a:cubicBezTo>
                <a:lnTo>
                  <a:pt x="190897" y="180578"/>
                </a:lnTo>
                <a:cubicBezTo>
                  <a:pt x="199474" y="180578"/>
                  <a:pt x="206375" y="173677"/>
                  <a:pt x="206375" y="165100"/>
                </a:cubicBezTo>
                <a:cubicBezTo>
                  <a:pt x="206375" y="156523"/>
                  <a:pt x="199474" y="149622"/>
                  <a:pt x="190897" y="149622"/>
                </a:cubicBezTo>
                <a:lnTo>
                  <a:pt x="118666" y="149622"/>
                </a:lnTo>
                <a:cubicBezTo>
                  <a:pt x="110088" y="149622"/>
                  <a:pt x="103188" y="156523"/>
                  <a:pt x="103188" y="165100"/>
                </a:cubicBezTo>
                <a:close/>
                <a:moveTo>
                  <a:pt x="103188" y="247650"/>
                </a:moveTo>
                <a:cubicBezTo>
                  <a:pt x="103188" y="256227"/>
                  <a:pt x="110088" y="263128"/>
                  <a:pt x="118666" y="263128"/>
                </a:cubicBezTo>
                <a:lnTo>
                  <a:pt x="190897" y="263128"/>
                </a:lnTo>
                <a:cubicBezTo>
                  <a:pt x="199474" y="263128"/>
                  <a:pt x="206375" y="256227"/>
                  <a:pt x="206375" y="247650"/>
                </a:cubicBezTo>
                <a:cubicBezTo>
                  <a:pt x="206375" y="239073"/>
                  <a:pt x="199474" y="232172"/>
                  <a:pt x="190897" y="232172"/>
                </a:cubicBezTo>
                <a:lnTo>
                  <a:pt x="118666" y="232172"/>
                </a:lnTo>
                <a:cubicBezTo>
                  <a:pt x="110088" y="232172"/>
                  <a:pt x="103188" y="239073"/>
                  <a:pt x="103188" y="247650"/>
                </a:cubicBezTo>
                <a:close/>
                <a:moveTo>
                  <a:pt x="61912" y="268288"/>
                </a:moveTo>
                <a:cubicBezTo>
                  <a:pt x="73303" y="268288"/>
                  <a:pt x="82550" y="259040"/>
                  <a:pt x="82550" y="247650"/>
                </a:cubicBezTo>
                <a:cubicBezTo>
                  <a:pt x="82550" y="236260"/>
                  <a:pt x="73303" y="227013"/>
                  <a:pt x="61912" y="227013"/>
                </a:cubicBezTo>
                <a:cubicBezTo>
                  <a:pt x="50522" y="227013"/>
                  <a:pt x="41275" y="236260"/>
                  <a:pt x="41275" y="247650"/>
                </a:cubicBezTo>
                <a:cubicBezTo>
                  <a:pt x="41275" y="259040"/>
                  <a:pt x="50522" y="268288"/>
                  <a:pt x="61912" y="268288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32" name="Text 30"/>
          <p:cNvSpPr/>
          <p:nvPr/>
        </p:nvSpPr>
        <p:spPr>
          <a:xfrm>
            <a:off x="5308600" y="8610600"/>
            <a:ext cx="292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Rule Summary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Validation guides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864600" y="8064500"/>
            <a:ext cx="3429000" cy="1397000"/>
          </a:xfrm>
          <a:prstGeom prst="rect">
            <a:avLst/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77325" y="8229600"/>
            <a:ext cx="412750" cy="330200"/>
          </a:xfrm>
          <a:custGeom>
            <a:avLst/>
            <a:gdLst/>
            <a:ahLst/>
            <a:cxnLst/>
            <a:rect l="l" t="t" r="r" b="b"/>
            <a:pathLst>
              <a:path w="412750" h="330200">
                <a:moveTo>
                  <a:pt x="123825" y="51594"/>
                </a:moveTo>
                <a:cubicBezTo>
                  <a:pt x="143758" y="51594"/>
                  <a:pt x="159941" y="35411"/>
                  <a:pt x="159941" y="15478"/>
                </a:cubicBezTo>
                <a:cubicBezTo>
                  <a:pt x="159941" y="-4455"/>
                  <a:pt x="143758" y="-20637"/>
                  <a:pt x="123825" y="-20637"/>
                </a:cubicBezTo>
                <a:cubicBezTo>
                  <a:pt x="103892" y="-20637"/>
                  <a:pt x="87709" y="-4455"/>
                  <a:pt x="87709" y="15478"/>
                </a:cubicBezTo>
                <a:cubicBezTo>
                  <a:pt x="87709" y="35411"/>
                  <a:pt x="103892" y="51594"/>
                  <a:pt x="123825" y="51594"/>
                </a:cubicBezTo>
                <a:close/>
                <a:moveTo>
                  <a:pt x="113506" y="330200"/>
                </a:moveTo>
                <a:lnTo>
                  <a:pt x="113506" y="227013"/>
                </a:lnTo>
                <a:cubicBezTo>
                  <a:pt x="113506" y="221337"/>
                  <a:pt x="118150" y="216694"/>
                  <a:pt x="123825" y="216694"/>
                </a:cubicBezTo>
                <a:cubicBezTo>
                  <a:pt x="129500" y="216694"/>
                  <a:pt x="134144" y="221337"/>
                  <a:pt x="134144" y="227013"/>
                </a:cubicBezTo>
                <a:lnTo>
                  <a:pt x="134144" y="330200"/>
                </a:lnTo>
                <a:cubicBezTo>
                  <a:pt x="134144" y="341615"/>
                  <a:pt x="143366" y="350838"/>
                  <a:pt x="154781" y="350838"/>
                </a:cubicBezTo>
                <a:cubicBezTo>
                  <a:pt x="166196" y="350838"/>
                  <a:pt x="175419" y="341615"/>
                  <a:pt x="175419" y="330200"/>
                </a:cubicBezTo>
                <a:lnTo>
                  <a:pt x="175419" y="113506"/>
                </a:lnTo>
                <a:lnTo>
                  <a:pt x="257969" y="113506"/>
                </a:lnTo>
                <a:cubicBezTo>
                  <a:pt x="269384" y="113506"/>
                  <a:pt x="278606" y="104284"/>
                  <a:pt x="278606" y="92869"/>
                </a:cubicBezTo>
                <a:cubicBezTo>
                  <a:pt x="278606" y="81454"/>
                  <a:pt x="269384" y="72231"/>
                  <a:pt x="257969" y="72231"/>
                </a:cubicBezTo>
                <a:lnTo>
                  <a:pt x="247650" y="72231"/>
                </a:lnTo>
                <a:lnTo>
                  <a:pt x="247650" y="41275"/>
                </a:lnTo>
                <a:lnTo>
                  <a:pt x="371475" y="41275"/>
                </a:lnTo>
                <a:lnTo>
                  <a:pt x="371475" y="165100"/>
                </a:lnTo>
                <a:lnTo>
                  <a:pt x="247650" y="165100"/>
                </a:lnTo>
                <a:lnTo>
                  <a:pt x="247650" y="144463"/>
                </a:lnTo>
                <a:lnTo>
                  <a:pt x="206375" y="144463"/>
                </a:lnTo>
                <a:lnTo>
                  <a:pt x="206375" y="175419"/>
                </a:lnTo>
                <a:cubicBezTo>
                  <a:pt x="206375" y="192509"/>
                  <a:pt x="220241" y="206375"/>
                  <a:pt x="237331" y="206375"/>
                </a:cubicBezTo>
                <a:lnTo>
                  <a:pt x="381794" y="206375"/>
                </a:lnTo>
                <a:cubicBezTo>
                  <a:pt x="398884" y="206375"/>
                  <a:pt x="412750" y="192509"/>
                  <a:pt x="412750" y="175419"/>
                </a:cubicBezTo>
                <a:lnTo>
                  <a:pt x="412750" y="30956"/>
                </a:lnTo>
                <a:cubicBezTo>
                  <a:pt x="412750" y="13866"/>
                  <a:pt x="398884" y="0"/>
                  <a:pt x="381794" y="0"/>
                </a:cubicBezTo>
                <a:lnTo>
                  <a:pt x="237331" y="0"/>
                </a:lnTo>
                <a:cubicBezTo>
                  <a:pt x="220241" y="0"/>
                  <a:pt x="206375" y="13866"/>
                  <a:pt x="206375" y="30956"/>
                </a:cubicBezTo>
                <a:lnTo>
                  <a:pt x="206375" y="72231"/>
                </a:lnTo>
                <a:lnTo>
                  <a:pt x="127243" y="72231"/>
                </a:lnTo>
                <a:cubicBezTo>
                  <a:pt x="97835" y="72231"/>
                  <a:pt x="70168" y="86162"/>
                  <a:pt x="52690" y="109766"/>
                </a:cubicBezTo>
                <a:lnTo>
                  <a:pt x="9222" y="168260"/>
                </a:lnTo>
                <a:cubicBezTo>
                  <a:pt x="2451" y="177418"/>
                  <a:pt x="4321" y="190316"/>
                  <a:pt x="13479" y="197153"/>
                </a:cubicBezTo>
                <a:cubicBezTo>
                  <a:pt x="22637" y="203989"/>
                  <a:pt x="35535" y="202054"/>
                  <a:pt x="42371" y="192896"/>
                </a:cubicBezTo>
                <a:lnTo>
                  <a:pt x="72231" y="152653"/>
                </a:lnTo>
                <a:lnTo>
                  <a:pt x="72231" y="330200"/>
                </a:lnTo>
                <a:cubicBezTo>
                  <a:pt x="72231" y="341615"/>
                  <a:pt x="81454" y="350838"/>
                  <a:pt x="92869" y="350838"/>
                </a:cubicBezTo>
                <a:cubicBezTo>
                  <a:pt x="104284" y="350838"/>
                  <a:pt x="113506" y="341615"/>
                  <a:pt x="113506" y="330200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35" name="Text 33"/>
          <p:cNvSpPr/>
          <p:nvPr/>
        </p:nvSpPr>
        <p:spPr>
          <a:xfrm>
            <a:off x="9118600" y="8610600"/>
            <a:ext cx="292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 Walkthroughs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 &amp; feature demos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2674600" y="8064500"/>
            <a:ext cx="3429000" cy="1397000"/>
          </a:xfrm>
          <a:prstGeom prst="rect">
            <a:avLst/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928600" y="82296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86291" y="23411"/>
                </a:moveTo>
                <a:cubicBezTo>
                  <a:pt x="93320" y="28312"/>
                  <a:pt x="94997" y="37986"/>
                  <a:pt x="90096" y="44951"/>
                </a:cubicBezTo>
                <a:lnTo>
                  <a:pt x="53980" y="96545"/>
                </a:lnTo>
                <a:cubicBezTo>
                  <a:pt x="51336" y="100285"/>
                  <a:pt x="47208" y="102672"/>
                  <a:pt x="42629" y="103059"/>
                </a:cubicBezTo>
                <a:cubicBezTo>
                  <a:pt x="38050" y="103445"/>
                  <a:pt x="33536" y="101898"/>
                  <a:pt x="30311" y="98673"/>
                </a:cubicBezTo>
                <a:lnTo>
                  <a:pt x="4514" y="72876"/>
                </a:lnTo>
                <a:cubicBezTo>
                  <a:pt x="-1483" y="66814"/>
                  <a:pt x="-1483" y="57011"/>
                  <a:pt x="4514" y="50949"/>
                </a:cubicBezTo>
                <a:cubicBezTo>
                  <a:pt x="10512" y="44887"/>
                  <a:pt x="20380" y="44951"/>
                  <a:pt x="26442" y="50949"/>
                </a:cubicBezTo>
                <a:lnTo>
                  <a:pt x="39211" y="63718"/>
                </a:lnTo>
                <a:lnTo>
                  <a:pt x="64750" y="27216"/>
                </a:lnTo>
                <a:cubicBezTo>
                  <a:pt x="69652" y="20186"/>
                  <a:pt x="79325" y="18509"/>
                  <a:pt x="86291" y="23411"/>
                </a:cubicBezTo>
                <a:close/>
                <a:moveTo>
                  <a:pt x="86291" y="126598"/>
                </a:moveTo>
                <a:cubicBezTo>
                  <a:pt x="93320" y="131500"/>
                  <a:pt x="94997" y="141173"/>
                  <a:pt x="90096" y="148139"/>
                </a:cubicBezTo>
                <a:lnTo>
                  <a:pt x="53980" y="199732"/>
                </a:lnTo>
                <a:cubicBezTo>
                  <a:pt x="51336" y="203473"/>
                  <a:pt x="47208" y="205859"/>
                  <a:pt x="42629" y="206246"/>
                </a:cubicBezTo>
                <a:cubicBezTo>
                  <a:pt x="38050" y="206633"/>
                  <a:pt x="33536" y="205085"/>
                  <a:pt x="30311" y="201861"/>
                </a:cubicBezTo>
                <a:lnTo>
                  <a:pt x="4514" y="176064"/>
                </a:lnTo>
                <a:cubicBezTo>
                  <a:pt x="-1548" y="170001"/>
                  <a:pt x="-1548" y="160199"/>
                  <a:pt x="4514" y="154201"/>
                </a:cubicBezTo>
                <a:cubicBezTo>
                  <a:pt x="10577" y="148203"/>
                  <a:pt x="20380" y="148139"/>
                  <a:pt x="26377" y="154201"/>
                </a:cubicBezTo>
                <a:lnTo>
                  <a:pt x="39147" y="166970"/>
                </a:lnTo>
                <a:lnTo>
                  <a:pt x="64686" y="130468"/>
                </a:lnTo>
                <a:cubicBezTo>
                  <a:pt x="69587" y="123438"/>
                  <a:pt x="79261" y="121761"/>
                  <a:pt x="86226" y="126663"/>
                </a:cubicBezTo>
                <a:close/>
                <a:moveTo>
                  <a:pt x="144463" y="61912"/>
                </a:moveTo>
                <a:cubicBezTo>
                  <a:pt x="144463" y="50497"/>
                  <a:pt x="153685" y="41275"/>
                  <a:pt x="165100" y="41275"/>
                </a:cubicBezTo>
                <a:lnTo>
                  <a:pt x="309563" y="41275"/>
                </a:lnTo>
                <a:cubicBezTo>
                  <a:pt x="320978" y="41275"/>
                  <a:pt x="330200" y="50497"/>
                  <a:pt x="330200" y="61912"/>
                </a:cubicBezTo>
                <a:cubicBezTo>
                  <a:pt x="330200" y="73328"/>
                  <a:pt x="320978" y="82550"/>
                  <a:pt x="309563" y="82550"/>
                </a:cubicBezTo>
                <a:lnTo>
                  <a:pt x="165100" y="82550"/>
                </a:lnTo>
                <a:cubicBezTo>
                  <a:pt x="153685" y="82550"/>
                  <a:pt x="144463" y="73328"/>
                  <a:pt x="144463" y="61912"/>
                </a:cubicBezTo>
                <a:close/>
                <a:moveTo>
                  <a:pt x="144463" y="165100"/>
                </a:moveTo>
                <a:cubicBezTo>
                  <a:pt x="144463" y="153685"/>
                  <a:pt x="153685" y="144463"/>
                  <a:pt x="165100" y="144463"/>
                </a:cubicBezTo>
                <a:lnTo>
                  <a:pt x="309563" y="144463"/>
                </a:lnTo>
                <a:cubicBezTo>
                  <a:pt x="320978" y="144463"/>
                  <a:pt x="330200" y="153685"/>
                  <a:pt x="330200" y="165100"/>
                </a:cubicBezTo>
                <a:cubicBezTo>
                  <a:pt x="330200" y="176515"/>
                  <a:pt x="320978" y="185738"/>
                  <a:pt x="309563" y="185738"/>
                </a:cubicBezTo>
                <a:lnTo>
                  <a:pt x="165100" y="185738"/>
                </a:lnTo>
                <a:cubicBezTo>
                  <a:pt x="153685" y="185738"/>
                  <a:pt x="144463" y="176515"/>
                  <a:pt x="144463" y="165100"/>
                </a:cubicBezTo>
                <a:close/>
                <a:moveTo>
                  <a:pt x="103188" y="268288"/>
                </a:moveTo>
                <a:cubicBezTo>
                  <a:pt x="103188" y="256872"/>
                  <a:pt x="112410" y="247650"/>
                  <a:pt x="123825" y="247650"/>
                </a:cubicBezTo>
                <a:lnTo>
                  <a:pt x="309563" y="247650"/>
                </a:lnTo>
                <a:cubicBezTo>
                  <a:pt x="320978" y="247650"/>
                  <a:pt x="330200" y="256872"/>
                  <a:pt x="330200" y="268288"/>
                </a:cubicBezTo>
                <a:cubicBezTo>
                  <a:pt x="330200" y="279703"/>
                  <a:pt x="320978" y="288925"/>
                  <a:pt x="309563" y="288925"/>
                </a:cubicBezTo>
                <a:lnTo>
                  <a:pt x="123825" y="288925"/>
                </a:lnTo>
                <a:cubicBezTo>
                  <a:pt x="112410" y="288925"/>
                  <a:pt x="103188" y="279703"/>
                  <a:pt x="103188" y="268288"/>
                </a:cubicBezTo>
                <a:close/>
                <a:moveTo>
                  <a:pt x="41275" y="242491"/>
                </a:moveTo>
                <a:cubicBezTo>
                  <a:pt x="55513" y="242491"/>
                  <a:pt x="67072" y="254050"/>
                  <a:pt x="67072" y="268288"/>
                </a:cubicBezTo>
                <a:cubicBezTo>
                  <a:pt x="67072" y="282525"/>
                  <a:pt x="55513" y="294084"/>
                  <a:pt x="41275" y="294084"/>
                </a:cubicBezTo>
                <a:cubicBezTo>
                  <a:pt x="27037" y="294084"/>
                  <a:pt x="15478" y="282525"/>
                  <a:pt x="15478" y="268288"/>
                </a:cubicBezTo>
                <a:cubicBezTo>
                  <a:pt x="15478" y="254050"/>
                  <a:pt x="27037" y="242491"/>
                  <a:pt x="41275" y="242491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38" name="Text 36"/>
          <p:cNvSpPr/>
          <p:nvPr/>
        </p:nvSpPr>
        <p:spPr>
          <a:xfrm>
            <a:off x="12928600" y="8610600"/>
            <a:ext cx="292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 Scenarios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Happy &amp; negative paths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6484600" y="8064500"/>
            <a:ext cx="3429000" cy="1397000"/>
          </a:xfrm>
          <a:prstGeom prst="rect">
            <a:avLst/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6717963" y="8229600"/>
            <a:ext cx="371475" cy="330200"/>
          </a:xfrm>
          <a:custGeom>
            <a:avLst/>
            <a:gdLst/>
            <a:ahLst/>
            <a:cxnLst/>
            <a:rect l="l" t="t" r="r" b="b"/>
            <a:pathLst>
              <a:path w="371475" h="330200">
                <a:moveTo>
                  <a:pt x="232688" y="774"/>
                </a:moveTo>
                <a:cubicBezTo>
                  <a:pt x="221724" y="-2386"/>
                  <a:pt x="210309" y="3999"/>
                  <a:pt x="207149" y="14962"/>
                </a:cubicBezTo>
                <a:lnTo>
                  <a:pt x="124599" y="303887"/>
                </a:lnTo>
                <a:cubicBezTo>
                  <a:pt x="121439" y="314851"/>
                  <a:pt x="127824" y="326266"/>
                  <a:pt x="138787" y="329426"/>
                </a:cubicBezTo>
                <a:cubicBezTo>
                  <a:pt x="149751" y="332586"/>
                  <a:pt x="161166" y="326201"/>
                  <a:pt x="164326" y="315238"/>
                </a:cubicBezTo>
                <a:lnTo>
                  <a:pt x="246876" y="26313"/>
                </a:lnTo>
                <a:cubicBezTo>
                  <a:pt x="250036" y="15349"/>
                  <a:pt x="243651" y="3934"/>
                  <a:pt x="232688" y="774"/>
                </a:cubicBezTo>
                <a:close/>
                <a:moveTo>
                  <a:pt x="274350" y="88548"/>
                </a:moveTo>
                <a:cubicBezTo>
                  <a:pt x="266288" y="96609"/>
                  <a:pt x="266288" y="109701"/>
                  <a:pt x="274350" y="117763"/>
                </a:cubicBezTo>
                <a:lnTo>
                  <a:pt x="321687" y="165100"/>
                </a:lnTo>
                <a:lnTo>
                  <a:pt x="274350" y="212437"/>
                </a:lnTo>
                <a:cubicBezTo>
                  <a:pt x="266288" y="220499"/>
                  <a:pt x="266288" y="233591"/>
                  <a:pt x="274350" y="241652"/>
                </a:cubicBezTo>
                <a:cubicBezTo>
                  <a:pt x="282411" y="249714"/>
                  <a:pt x="295503" y="249714"/>
                  <a:pt x="303565" y="241652"/>
                </a:cubicBezTo>
                <a:lnTo>
                  <a:pt x="365477" y="179740"/>
                </a:lnTo>
                <a:cubicBezTo>
                  <a:pt x="373539" y="171678"/>
                  <a:pt x="373539" y="158586"/>
                  <a:pt x="365477" y="150525"/>
                </a:cubicBezTo>
                <a:lnTo>
                  <a:pt x="303565" y="88612"/>
                </a:lnTo>
                <a:cubicBezTo>
                  <a:pt x="295503" y="80551"/>
                  <a:pt x="282411" y="80551"/>
                  <a:pt x="274350" y="88612"/>
                </a:cubicBezTo>
                <a:close/>
                <a:moveTo>
                  <a:pt x="97190" y="88548"/>
                </a:moveTo>
                <a:cubicBezTo>
                  <a:pt x="89128" y="80486"/>
                  <a:pt x="76036" y="80486"/>
                  <a:pt x="67975" y="88548"/>
                </a:cubicBezTo>
                <a:lnTo>
                  <a:pt x="6062" y="150460"/>
                </a:lnTo>
                <a:cubicBezTo>
                  <a:pt x="-1999" y="158522"/>
                  <a:pt x="-1999" y="171614"/>
                  <a:pt x="6062" y="179675"/>
                </a:cubicBezTo>
                <a:lnTo>
                  <a:pt x="67975" y="241588"/>
                </a:lnTo>
                <a:cubicBezTo>
                  <a:pt x="76036" y="249649"/>
                  <a:pt x="89128" y="249649"/>
                  <a:pt x="97190" y="241588"/>
                </a:cubicBezTo>
                <a:cubicBezTo>
                  <a:pt x="105251" y="233526"/>
                  <a:pt x="105251" y="220434"/>
                  <a:pt x="97190" y="212373"/>
                </a:cubicBezTo>
                <a:lnTo>
                  <a:pt x="49852" y="165100"/>
                </a:lnTo>
                <a:lnTo>
                  <a:pt x="97125" y="117763"/>
                </a:lnTo>
                <a:cubicBezTo>
                  <a:pt x="105187" y="109701"/>
                  <a:pt x="105187" y="96609"/>
                  <a:pt x="97125" y="88548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41" name="Text 39"/>
          <p:cNvSpPr/>
          <p:nvPr/>
        </p:nvSpPr>
        <p:spPr>
          <a:xfrm>
            <a:off x="16738600" y="8610600"/>
            <a:ext cx="292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Playwright Code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Auto-generated drafts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20294600" y="8064500"/>
            <a:ext cx="2844800" cy="1397000"/>
          </a:xfrm>
          <a:prstGeom prst="rect">
            <a:avLst/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0548600" y="82296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41275" y="41275"/>
                </a:moveTo>
                <a:cubicBezTo>
                  <a:pt x="41275" y="29860"/>
                  <a:pt x="32053" y="20638"/>
                  <a:pt x="20638" y="20638"/>
                </a:cubicBezTo>
                <a:cubicBezTo>
                  <a:pt x="9222" y="20638"/>
                  <a:pt x="0" y="29860"/>
                  <a:pt x="0" y="41275"/>
                </a:cubicBezTo>
                <a:lnTo>
                  <a:pt x="0" y="257969"/>
                </a:lnTo>
                <a:cubicBezTo>
                  <a:pt x="0" y="286474"/>
                  <a:pt x="23088" y="309563"/>
                  <a:pt x="51594" y="309563"/>
                </a:cubicBezTo>
                <a:lnTo>
                  <a:pt x="309563" y="309563"/>
                </a:lnTo>
                <a:cubicBezTo>
                  <a:pt x="320978" y="309563"/>
                  <a:pt x="330200" y="300340"/>
                  <a:pt x="330200" y="288925"/>
                </a:cubicBezTo>
                <a:cubicBezTo>
                  <a:pt x="330200" y="277510"/>
                  <a:pt x="320978" y="268288"/>
                  <a:pt x="309563" y="268288"/>
                </a:cubicBezTo>
                <a:lnTo>
                  <a:pt x="51594" y="268288"/>
                </a:lnTo>
                <a:cubicBezTo>
                  <a:pt x="45918" y="268288"/>
                  <a:pt x="41275" y="263644"/>
                  <a:pt x="41275" y="257969"/>
                </a:cubicBezTo>
                <a:lnTo>
                  <a:pt x="41275" y="41275"/>
                </a:lnTo>
                <a:close/>
                <a:moveTo>
                  <a:pt x="303500" y="97125"/>
                </a:moveTo>
                <a:cubicBezTo>
                  <a:pt x="311562" y="89064"/>
                  <a:pt x="311562" y="75972"/>
                  <a:pt x="303500" y="67910"/>
                </a:cubicBezTo>
                <a:cubicBezTo>
                  <a:pt x="295439" y="59849"/>
                  <a:pt x="282347" y="59849"/>
                  <a:pt x="274285" y="67910"/>
                </a:cubicBezTo>
                <a:lnTo>
                  <a:pt x="206375" y="135885"/>
                </a:lnTo>
                <a:lnTo>
                  <a:pt x="169356" y="98931"/>
                </a:lnTo>
                <a:cubicBezTo>
                  <a:pt x="161295" y="90869"/>
                  <a:pt x="148203" y="90869"/>
                  <a:pt x="140142" y="98931"/>
                </a:cubicBezTo>
                <a:lnTo>
                  <a:pt x="78229" y="160844"/>
                </a:lnTo>
                <a:cubicBezTo>
                  <a:pt x="70168" y="168905"/>
                  <a:pt x="70168" y="181997"/>
                  <a:pt x="78229" y="190058"/>
                </a:cubicBezTo>
                <a:cubicBezTo>
                  <a:pt x="86291" y="198120"/>
                  <a:pt x="99382" y="198120"/>
                  <a:pt x="107444" y="190058"/>
                </a:cubicBezTo>
                <a:lnTo>
                  <a:pt x="154781" y="142721"/>
                </a:lnTo>
                <a:lnTo>
                  <a:pt x="191800" y="179740"/>
                </a:lnTo>
                <a:cubicBezTo>
                  <a:pt x="199861" y="187801"/>
                  <a:pt x="212953" y="187801"/>
                  <a:pt x="221015" y="179740"/>
                </a:cubicBezTo>
                <a:lnTo>
                  <a:pt x="303565" y="97190"/>
                </a:ln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44" name="Text 42"/>
          <p:cNvSpPr/>
          <p:nvPr/>
        </p:nvSpPr>
        <p:spPr>
          <a:xfrm>
            <a:off x="20548600" y="8610600"/>
            <a:ext cx="23368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Evidence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Screenshots &amp; traces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244600" y="10033000"/>
            <a:ext cx="21894800" cy="698500"/>
          </a:xfrm>
          <a:prstGeom prst="rect">
            <a:avLst/>
          </a:prstGeom>
          <a:solidFill>
            <a:srgbClr val="1E3A4A"/>
          </a:solidFill>
          <a:ln/>
        </p:spPr>
      </p:sp>
      <p:sp>
        <p:nvSpPr>
          <p:cNvPr id="46" name="Shape 44"/>
          <p:cNvSpPr/>
          <p:nvPr/>
        </p:nvSpPr>
        <p:spPr>
          <a:xfrm>
            <a:off x="1574800" y="101600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232489" y="304800"/>
                </a:moveTo>
                <a:cubicBezTo>
                  <a:pt x="238284" y="287099"/>
                  <a:pt x="249872" y="271066"/>
                  <a:pt x="262969" y="257254"/>
                </a:cubicBezTo>
                <a:cubicBezTo>
                  <a:pt x="288925" y="229949"/>
                  <a:pt x="304800" y="193040"/>
                  <a:pt x="304800" y="152400"/>
                </a:cubicBezTo>
                <a:cubicBezTo>
                  <a:pt x="304800" y="68263"/>
                  <a:pt x="236537" y="0"/>
                  <a:pt x="152400" y="0"/>
                </a:cubicBezTo>
                <a:cubicBezTo>
                  <a:pt x="68262" y="0"/>
                  <a:pt x="0" y="68263"/>
                  <a:pt x="0" y="152400"/>
                </a:cubicBezTo>
                <a:cubicBezTo>
                  <a:pt x="0" y="193040"/>
                  <a:pt x="15875" y="229949"/>
                  <a:pt x="41831" y="257254"/>
                </a:cubicBezTo>
                <a:cubicBezTo>
                  <a:pt x="54928" y="271066"/>
                  <a:pt x="66596" y="287099"/>
                  <a:pt x="72311" y="304800"/>
                </a:cubicBezTo>
                <a:lnTo>
                  <a:pt x="232410" y="304800"/>
                </a:lnTo>
                <a:close/>
                <a:moveTo>
                  <a:pt x="228600" y="342900"/>
                </a:moveTo>
                <a:lnTo>
                  <a:pt x="76200" y="342900"/>
                </a:lnTo>
                <a:lnTo>
                  <a:pt x="76200" y="355600"/>
                </a:lnTo>
                <a:cubicBezTo>
                  <a:pt x="76200" y="390684"/>
                  <a:pt x="104616" y="419100"/>
                  <a:pt x="139700" y="419100"/>
                </a:cubicBezTo>
                <a:lnTo>
                  <a:pt x="165100" y="419100"/>
                </a:lnTo>
                <a:cubicBezTo>
                  <a:pt x="200184" y="419100"/>
                  <a:pt x="228600" y="390684"/>
                  <a:pt x="228600" y="355600"/>
                </a:cubicBezTo>
                <a:lnTo>
                  <a:pt x="228600" y="342900"/>
                </a:lnTo>
                <a:close/>
                <a:moveTo>
                  <a:pt x="146050" y="88900"/>
                </a:moveTo>
                <a:cubicBezTo>
                  <a:pt x="114459" y="88900"/>
                  <a:pt x="88900" y="114459"/>
                  <a:pt x="88900" y="146050"/>
                </a:cubicBezTo>
                <a:cubicBezTo>
                  <a:pt x="88900" y="156607"/>
                  <a:pt x="80407" y="165100"/>
                  <a:pt x="69850" y="165100"/>
                </a:cubicBezTo>
                <a:cubicBezTo>
                  <a:pt x="59293" y="165100"/>
                  <a:pt x="50800" y="156607"/>
                  <a:pt x="50800" y="146050"/>
                </a:cubicBezTo>
                <a:cubicBezTo>
                  <a:pt x="50800" y="93424"/>
                  <a:pt x="93424" y="50800"/>
                  <a:pt x="146050" y="50800"/>
                </a:cubicBezTo>
                <a:cubicBezTo>
                  <a:pt x="156607" y="50800"/>
                  <a:pt x="165100" y="59293"/>
                  <a:pt x="165100" y="69850"/>
                </a:cubicBezTo>
                <a:cubicBezTo>
                  <a:pt x="165100" y="80407"/>
                  <a:pt x="156607" y="88900"/>
                  <a:pt x="146050" y="88900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47" name="Text 45"/>
          <p:cNvSpPr/>
          <p:nvPr/>
        </p:nvSpPr>
        <p:spPr>
          <a:xfrm>
            <a:off x="2095500" y="10033000"/>
            <a:ext cx="2070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Insight: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AI learns not just from formal qTest wording, but from 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human execution patterns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captured locator intelligence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244600" y="11049000"/>
            <a:ext cx="21894800" cy="2540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49" name="Text 47"/>
          <p:cNvSpPr/>
          <p:nvPr/>
        </p:nvSpPr>
        <p:spPr>
          <a:xfrm>
            <a:off x="22225000" y="12954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/ 03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635000"/>
            <a:ext cx="13970000" cy="952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56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</a:t>
            </a:r>
            <a:pPr>
              <a:lnSpc>
                <a:spcPct val="120000"/>
              </a:lnSpc>
            </a:pPr>
            <a:r>
              <a:rPr lang="en-US" sz="560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6-Phase</a:t>
            </a:r>
            <a:pPr>
              <a:lnSpc>
                <a:spcPct val="120000"/>
              </a:lnSpc>
            </a:pPr>
            <a:r>
              <a:rPr lang="en-US" sz="56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QE Cycle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244600" y="16510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loop from learning to feedback — every execution improves future testing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244600" y="2667000"/>
            <a:ext cx="7112000" cy="1778000"/>
          </a:xfrm>
          <a:prstGeom prst="rect">
            <a:avLst/>
          </a:prstGeom>
          <a:solidFill>
            <a:srgbClr val="1E1E1E"/>
          </a:solidFill>
          <a:ln w="25400">
            <a:solidFill>
              <a:srgbClr val="7EC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98600" y="2794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413000" y="2794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98600" y="34290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reads qTest cases + execution history. Custom tools record manual workflows, screenshots, and Playwright locators.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56600" y="3429000"/>
            <a:ext cx="762000" cy="0"/>
          </a:xfrm>
          <a:prstGeom prst="straightConnector1">
            <a:avLst/>
          </a:prstGeom>
          <a:noFill/>
          <a:ln w="38100">
            <a:solidFill>
              <a:srgbClr val="7EC0DA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9118600" y="2667000"/>
            <a:ext cx="7112000" cy="1778000"/>
          </a:xfrm>
          <a:prstGeom prst="rect">
            <a:avLst/>
          </a:prstGeom>
          <a:solidFill>
            <a:srgbClr val="1E1E1E"/>
          </a:solidFill>
          <a:ln w="25400">
            <a:solidFill>
              <a:srgbClr val="6BB5C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72600" y="2794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6BB5C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87000" y="2794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72600" y="34290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creates project guide, workflow docs, module training, demo walkthroughs, and locator guidance.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6230600" y="4445000"/>
            <a:ext cx="0" cy="762000"/>
          </a:xfrm>
          <a:prstGeom prst="straightConnector1">
            <a:avLst/>
          </a:prstGeom>
          <a:noFill/>
          <a:ln w="38100">
            <a:solidFill>
              <a:srgbClr val="6BB5CD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9118600" y="5207000"/>
            <a:ext cx="7112000" cy="1778000"/>
          </a:xfrm>
          <a:prstGeom prst="rect">
            <a:avLst/>
          </a:prstGeom>
          <a:solidFill>
            <a:srgbClr val="1E1E1E"/>
          </a:solidFill>
          <a:ln w="25400">
            <a:solidFill>
              <a:srgbClr val="5BAA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72600" y="5334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5BAAB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287000" y="5334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72600" y="59690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uses AI docs against JIRA requirements. Identifies impacted workflows, scenarios, and regression areas.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56600" y="5969000"/>
            <a:ext cx="762000" cy="0"/>
          </a:xfrm>
          <a:prstGeom prst="straightConnector1">
            <a:avLst/>
          </a:prstGeom>
          <a:noFill/>
          <a:ln w="38100">
            <a:solidFill>
              <a:srgbClr val="5BAABE"/>
            </a:solidFill>
            <a:prstDash val="solid"/>
            <a:headEnd type="arrow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1244600" y="5207000"/>
            <a:ext cx="7112000" cy="1778000"/>
          </a:xfrm>
          <a:prstGeom prst="rect">
            <a:avLst/>
          </a:prstGeom>
          <a:solidFill>
            <a:srgbClr val="1E1E1E"/>
          </a:solidFill>
          <a:ln w="25400">
            <a:solidFill>
              <a:srgbClr val="4BACC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98600" y="5334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BACC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413000" y="5334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98600" y="59690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converts approved scenarios into Playwright code drafts with captured locators. Human review and stabilization.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800600" y="6985000"/>
            <a:ext cx="0" cy="762000"/>
          </a:xfrm>
          <a:prstGeom prst="straightConnector1">
            <a:avLst/>
          </a:prstGeom>
          <a:noFill/>
          <a:ln w="38100">
            <a:solidFill>
              <a:srgbClr val="4BACC6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244600" y="7747000"/>
            <a:ext cx="7112000" cy="1778000"/>
          </a:xfrm>
          <a:prstGeom prst="rect">
            <a:avLst/>
          </a:prstGeom>
          <a:solidFill>
            <a:srgbClr val="1E1E1E"/>
          </a:solidFill>
          <a:ln w="25400">
            <a:solidFill>
              <a:srgbClr val="5A8F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8600" y="7874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5A8F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413000" y="7874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98600" y="85090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Manual + Playwright runs produce results, screenshots, traces, logs, defects, and structured evidence.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56600" y="8509000"/>
            <a:ext cx="762000" cy="0"/>
          </a:xfrm>
          <a:prstGeom prst="straightConnector1">
            <a:avLst/>
          </a:prstGeom>
          <a:noFill/>
          <a:ln w="38100">
            <a:solidFill>
              <a:srgbClr val="5A8FA8"/>
            </a:solidFill>
            <a:prstDash val="solid"/>
            <a:headEnd type="none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9118600" y="7747000"/>
            <a:ext cx="7112000" cy="1778000"/>
          </a:xfrm>
          <a:prstGeom prst="rect">
            <a:avLst/>
          </a:prstGeom>
          <a:solidFill>
            <a:srgbClr val="1E1E1E"/>
          </a:solidFill>
          <a:ln w="25400">
            <a:solidFill>
              <a:srgbClr val="5A6C7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72600" y="7874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287000" y="7874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FEEDBACK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372600" y="85090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converts outputs into qTest-ready steps, execution summaries, evidence attachments, updated knowledge.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6230600" y="4445000"/>
            <a:ext cx="0" cy="3302000"/>
          </a:xfrm>
          <a:prstGeom prst="straightConnector1">
            <a:avLst/>
          </a:prstGeom>
          <a:noFill/>
          <a:ln w="38100">
            <a:solidFill>
              <a:srgbClr val="5A6C7D"/>
            </a:solidFill>
            <a:prstDash val="sysDot"/>
            <a:headEnd type="arrow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17145000" y="2667000"/>
            <a:ext cx="5994400" cy="6858000"/>
          </a:xfrm>
          <a:prstGeom prst="rect">
            <a:avLst/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462500" y="2921000"/>
            <a:ext cx="5359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Cycle Benefits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7462500" y="3492500"/>
            <a:ext cx="5359400" cy="2540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37" name="Shape 35"/>
          <p:cNvSpPr/>
          <p:nvPr/>
        </p:nvSpPr>
        <p:spPr>
          <a:xfrm>
            <a:off x="17462500" y="381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33444" y="133350"/>
                </a:moveTo>
                <a:lnTo>
                  <a:pt x="338931" y="133350"/>
                </a:lnTo>
                <a:cubicBezTo>
                  <a:pt x="348169" y="133350"/>
                  <a:pt x="355600" y="125919"/>
                  <a:pt x="355600" y="116681"/>
                </a:cubicBezTo>
                <a:lnTo>
                  <a:pt x="355600" y="16669"/>
                </a:lnTo>
                <a:cubicBezTo>
                  <a:pt x="355600" y="9932"/>
                  <a:pt x="351572" y="3820"/>
                  <a:pt x="345321" y="1250"/>
                </a:cubicBezTo>
                <a:cubicBezTo>
                  <a:pt x="339070" y="-1320"/>
                  <a:pt x="331916" y="139"/>
                  <a:pt x="327124" y="4862"/>
                </a:cubicBezTo>
                <a:lnTo>
                  <a:pt x="291217" y="40838"/>
                </a:lnTo>
                <a:cubicBezTo>
                  <a:pt x="260449" y="15349"/>
                  <a:pt x="220861" y="0"/>
                  <a:pt x="177800" y="0"/>
                </a:cubicBezTo>
                <a:cubicBezTo>
                  <a:pt x="88205" y="0"/>
                  <a:pt x="14099" y="66258"/>
                  <a:pt x="1806" y="152450"/>
                </a:cubicBezTo>
                <a:cubicBezTo>
                  <a:pt x="69" y="164604"/>
                  <a:pt x="8473" y="175855"/>
                  <a:pt x="20628" y="177592"/>
                </a:cubicBezTo>
                <a:cubicBezTo>
                  <a:pt x="32782" y="179328"/>
                  <a:pt x="44033" y="170855"/>
                  <a:pt x="45770" y="158770"/>
                </a:cubicBezTo>
                <a:cubicBezTo>
                  <a:pt x="55007" y="94109"/>
                  <a:pt x="110639" y="44450"/>
                  <a:pt x="177800" y="44450"/>
                </a:cubicBezTo>
                <a:cubicBezTo>
                  <a:pt x="208637" y="44450"/>
                  <a:pt x="236974" y="54868"/>
                  <a:pt x="259546" y="72440"/>
                </a:cubicBezTo>
                <a:lnTo>
                  <a:pt x="227112" y="104874"/>
                </a:lnTo>
                <a:cubicBezTo>
                  <a:pt x="222319" y="109666"/>
                  <a:pt x="220930" y="116820"/>
                  <a:pt x="223500" y="123071"/>
                </a:cubicBezTo>
                <a:cubicBezTo>
                  <a:pt x="226070" y="129322"/>
                  <a:pt x="232182" y="133350"/>
                  <a:pt x="238919" y="133350"/>
                </a:cubicBezTo>
                <a:lnTo>
                  <a:pt x="333444" y="133350"/>
                </a:lnTo>
                <a:close/>
                <a:moveTo>
                  <a:pt x="353864" y="203150"/>
                </a:moveTo>
                <a:cubicBezTo>
                  <a:pt x="355600" y="190996"/>
                  <a:pt x="347127" y="179745"/>
                  <a:pt x="335042" y="178008"/>
                </a:cubicBezTo>
                <a:cubicBezTo>
                  <a:pt x="322957" y="176272"/>
                  <a:pt x="311636" y="184745"/>
                  <a:pt x="309900" y="196830"/>
                </a:cubicBezTo>
                <a:cubicBezTo>
                  <a:pt x="300663" y="261422"/>
                  <a:pt x="245031" y="311081"/>
                  <a:pt x="177869" y="311081"/>
                </a:cubicBezTo>
                <a:cubicBezTo>
                  <a:pt x="147032" y="311081"/>
                  <a:pt x="118695" y="300663"/>
                  <a:pt x="96123" y="283091"/>
                </a:cubicBezTo>
                <a:lnTo>
                  <a:pt x="128488" y="250726"/>
                </a:lnTo>
                <a:cubicBezTo>
                  <a:pt x="133281" y="245934"/>
                  <a:pt x="134670" y="238780"/>
                  <a:pt x="132100" y="232529"/>
                </a:cubicBezTo>
                <a:cubicBezTo>
                  <a:pt x="129530" y="226278"/>
                  <a:pt x="123418" y="222250"/>
                  <a:pt x="116681" y="222250"/>
                </a:cubicBezTo>
                <a:lnTo>
                  <a:pt x="16669" y="222250"/>
                </a:lnTo>
                <a:cubicBezTo>
                  <a:pt x="7431" y="222250"/>
                  <a:pt x="0" y="229681"/>
                  <a:pt x="0" y="238919"/>
                </a:cubicBezTo>
                <a:lnTo>
                  <a:pt x="0" y="338931"/>
                </a:lnTo>
                <a:cubicBezTo>
                  <a:pt x="0" y="345668"/>
                  <a:pt x="4028" y="351780"/>
                  <a:pt x="10279" y="354350"/>
                </a:cubicBezTo>
                <a:cubicBezTo>
                  <a:pt x="16530" y="356920"/>
                  <a:pt x="23684" y="355461"/>
                  <a:pt x="28476" y="350738"/>
                </a:cubicBezTo>
                <a:lnTo>
                  <a:pt x="64453" y="314762"/>
                </a:lnTo>
                <a:cubicBezTo>
                  <a:pt x="95151" y="340251"/>
                  <a:pt x="134739" y="355600"/>
                  <a:pt x="177800" y="355600"/>
                </a:cubicBezTo>
                <a:cubicBezTo>
                  <a:pt x="267395" y="355600"/>
                  <a:pt x="341501" y="289342"/>
                  <a:pt x="353794" y="203150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38" name="Text 36"/>
          <p:cNvSpPr/>
          <p:nvPr/>
        </p:nvSpPr>
        <p:spPr>
          <a:xfrm>
            <a:off x="17970500" y="3746500"/>
            <a:ext cx="48514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Improvement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execution refines AI knowledge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7484725" y="4826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40" name="Text 38"/>
          <p:cNvSpPr/>
          <p:nvPr/>
        </p:nvSpPr>
        <p:spPr>
          <a:xfrm>
            <a:off x="17970500" y="4762500"/>
            <a:ext cx="48514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Faster Scenario Creation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Rich context from real workflows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7462500" y="584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42" name="Text 40"/>
          <p:cNvSpPr/>
          <p:nvPr/>
        </p:nvSpPr>
        <p:spPr>
          <a:xfrm>
            <a:off x="17970500" y="5778500"/>
            <a:ext cx="48514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Better Regression Coverage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identifies all impacted areas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7418050" y="6858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22250" y="11112"/>
                </a:moveTo>
                <a:cubicBezTo>
                  <a:pt x="262116" y="11112"/>
                  <a:pt x="294481" y="43478"/>
                  <a:pt x="294481" y="83344"/>
                </a:cubicBezTo>
                <a:cubicBezTo>
                  <a:pt x="294481" y="123209"/>
                  <a:pt x="262116" y="155575"/>
                  <a:pt x="222250" y="155575"/>
                </a:cubicBezTo>
                <a:cubicBezTo>
                  <a:pt x="182384" y="155575"/>
                  <a:pt x="150019" y="123209"/>
                  <a:pt x="150019" y="83344"/>
                </a:cubicBezTo>
                <a:cubicBezTo>
                  <a:pt x="150019" y="43478"/>
                  <a:pt x="182384" y="11113"/>
                  <a:pt x="222250" y="11112"/>
                </a:cubicBezTo>
                <a:close/>
                <a:moveTo>
                  <a:pt x="66675" y="61119"/>
                </a:moveTo>
                <a:cubicBezTo>
                  <a:pt x="94274" y="61119"/>
                  <a:pt x="116681" y="83526"/>
                  <a:pt x="116681" y="111125"/>
                </a:cubicBezTo>
                <a:cubicBezTo>
                  <a:pt x="116681" y="138724"/>
                  <a:pt x="94274" y="161131"/>
                  <a:pt x="66675" y="161131"/>
                </a:cubicBezTo>
                <a:cubicBezTo>
                  <a:pt x="39076" y="161131"/>
                  <a:pt x="16669" y="138724"/>
                  <a:pt x="16669" y="111125"/>
                </a:cubicBezTo>
                <a:cubicBezTo>
                  <a:pt x="16669" y="83526"/>
                  <a:pt x="39076" y="61119"/>
                  <a:pt x="66675" y="61119"/>
                </a:cubicBezTo>
                <a:close/>
                <a:moveTo>
                  <a:pt x="0" y="288925"/>
                </a:moveTo>
                <a:cubicBezTo>
                  <a:pt x="0" y="239822"/>
                  <a:pt x="39797" y="200025"/>
                  <a:pt x="88900" y="200025"/>
                </a:cubicBezTo>
                <a:cubicBezTo>
                  <a:pt x="97790" y="200025"/>
                  <a:pt x="106402" y="201345"/>
                  <a:pt x="114528" y="203775"/>
                </a:cubicBezTo>
                <a:cubicBezTo>
                  <a:pt x="91678" y="229334"/>
                  <a:pt x="77788" y="263088"/>
                  <a:pt x="77788" y="300038"/>
                </a:cubicBezTo>
                <a:lnTo>
                  <a:pt x="77788" y="311150"/>
                </a:lnTo>
                <a:cubicBezTo>
                  <a:pt x="77788" y="319068"/>
                  <a:pt x="79454" y="326569"/>
                  <a:pt x="82441" y="333375"/>
                </a:cubicBezTo>
                <a:lnTo>
                  <a:pt x="22225" y="333375"/>
                </a:lnTo>
                <a:cubicBezTo>
                  <a:pt x="9932" y="333375"/>
                  <a:pt x="0" y="323443"/>
                  <a:pt x="0" y="311150"/>
                </a:cubicBezTo>
                <a:lnTo>
                  <a:pt x="0" y="288925"/>
                </a:lnTo>
                <a:close/>
                <a:moveTo>
                  <a:pt x="362059" y="333375"/>
                </a:moveTo>
                <a:cubicBezTo>
                  <a:pt x="365046" y="326569"/>
                  <a:pt x="366712" y="319068"/>
                  <a:pt x="366712" y="311150"/>
                </a:cubicBezTo>
                <a:lnTo>
                  <a:pt x="366712" y="300038"/>
                </a:lnTo>
                <a:cubicBezTo>
                  <a:pt x="366712" y="263088"/>
                  <a:pt x="352822" y="229334"/>
                  <a:pt x="329972" y="203775"/>
                </a:cubicBezTo>
                <a:cubicBezTo>
                  <a:pt x="338098" y="201345"/>
                  <a:pt x="346710" y="200025"/>
                  <a:pt x="355600" y="200025"/>
                </a:cubicBezTo>
                <a:cubicBezTo>
                  <a:pt x="404703" y="200025"/>
                  <a:pt x="444500" y="239822"/>
                  <a:pt x="444500" y="288925"/>
                </a:cubicBezTo>
                <a:lnTo>
                  <a:pt x="444500" y="311150"/>
                </a:lnTo>
                <a:cubicBezTo>
                  <a:pt x="444500" y="323443"/>
                  <a:pt x="434568" y="333375"/>
                  <a:pt x="422275" y="333375"/>
                </a:cubicBezTo>
                <a:lnTo>
                  <a:pt x="362059" y="333375"/>
                </a:lnTo>
                <a:close/>
                <a:moveTo>
                  <a:pt x="327819" y="111125"/>
                </a:moveTo>
                <a:cubicBezTo>
                  <a:pt x="327819" y="83526"/>
                  <a:pt x="350226" y="61119"/>
                  <a:pt x="377825" y="61119"/>
                </a:cubicBezTo>
                <a:cubicBezTo>
                  <a:pt x="405424" y="61119"/>
                  <a:pt x="427831" y="83526"/>
                  <a:pt x="427831" y="111125"/>
                </a:cubicBezTo>
                <a:cubicBezTo>
                  <a:pt x="427831" y="138724"/>
                  <a:pt x="405424" y="161131"/>
                  <a:pt x="377825" y="161131"/>
                </a:cubicBezTo>
                <a:cubicBezTo>
                  <a:pt x="350226" y="161131"/>
                  <a:pt x="327819" y="138724"/>
                  <a:pt x="327819" y="111125"/>
                </a:cubicBezTo>
                <a:close/>
                <a:moveTo>
                  <a:pt x="111125" y="300038"/>
                </a:moveTo>
                <a:cubicBezTo>
                  <a:pt x="111125" y="238641"/>
                  <a:pt x="160853" y="188913"/>
                  <a:pt x="222250" y="188913"/>
                </a:cubicBezTo>
                <a:cubicBezTo>
                  <a:pt x="283647" y="188913"/>
                  <a:pt x="333375" y="238641"/>
                  <a:pt x="333375" y="300038"/>
                </a:cubicBezTo>
                <a:lnTo>
                  <a:pt x="333375" y="311150"/>
                </a:lnTo>
                <a:cubicBezTo>
                  <a:pt x="333375" y="323443"/>
                  <a:pt x="323443" y="333375"/>
                  <a:pt x="311150" y="333375"/>
                </a:cubicBezTo>
                <a:lnTo>
                  <a:pt x="133350" y="333375"/>
                </a:lnTo>
                <a:cubicBezTo>
                  <a:pt x="121057" y="333375"/>
                  <a:pt x="111125" y="323443"/>
                  <a:pt x="111125" y="311150"/>
                </a:cubicBezTo>
                <a:lnTo>
                  <a:pt x="111125" y="300038"/>
                </a:ln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44" name="Text 42"/>
          <p:cNvSpPr/>
          <p:nvPr/>
        </p:nvSpPr>
        <p:spPr>
          <a:xfrm>
            <a:off x="17970500" y="6794500"/>
            <a:ext cx="48514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Human-AI Collaboration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assists, humans decide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7484725" y="7874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11150" y="142935"/>
                </a:moveTo>
                <a:cubicBezTo>
                  <a:pt x="300871" y="149741"/>
                  <a:pt x="289064" y="155228"/>
                  <a:pt x="276771" y="159603"/>
                </a:cubicBezTo>
                <a:cubicBezTo>
                  <a:pt x="244128" y="171271"/>
                  <a:pt x="201275" y="177800"/>
                  <a:pt x="155575" y="177800"/>
                </a:cubicBezTo>
                <a:cubicBezTo>
                  <a:pt x="109875" y="177800"/>
                  <a:pt x="66953" y="171202"/>
                  <a:pt x="34379" y="159603"/>
                </a:cubicBezTo>
                <a:cubicBezTo>
                  <a:pt x="22156" y="155228"/>
                  <a:pt x="10279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69661" y="255587"/>
                  <a:pt x="155575" y="255587"/>
                </a:cubicBezTo>
                <a:cubicBezTo>
                  <a:pt x="241489" y="255587"/>
                  <a:pt x="311150" y="230723"/>
                  <a:pt x="311150" y="200025"/>
                </a:cubicBezTo>
                <a:lnTo>
                  <a:pt x="311150" y="142935"/>
                </a:lnTo>
                <a:close/>
                <a:moveTo>
                  <a:pt x="311150" y="88900"/>
                </a:moveTo>
                <a:lnTo>
                  <a:pt x="311150" y="55563"/>
                </a:lnTo>
                <a:cubicBezTo>
                  <a:pt x="311150" y="24864"/>
                  <a:pt x="241489" y="0"/>
                  <a:pt x="155575" y="0"/>
                </a:cubicBezTo>
                <a:cubicBezTo>
                  <a:pt x="69661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69661" y="144463"/>
                  <a:pt x="155575" y="144463"/>
                </a:cubicBezTo>
                <a:cubicBezTo>
                  <a:pt x="241489" y="144463"/>
                  <a:pt x="311150" y="119598"/>
                  <a:pt x="311150" y="88900"/>
                </a:cubicBezTo>
                <a:close/>
                <a:moveTo>
                  <a:pt x="276771" y="270728"/>
                </a:moveTo>
                <a:cubicBezTo>
                  <a:pt x="244197" y="282327"/>
                  <a:pt x="201345" y="288925"/>
                  <a:pt x="155575" y="288925"/>
                </a:cubicBezTo>
                <a:cubicBezTo>
                  <a:pt x="109805" y="288925"/>
                  <a:pt x="66953" y="282327"/>
                  <a:pt x="34379" y="270728"/>
                </a:cubicBezTo>
                <a:cubicBezTo>
                  <a:pt x="22156" y="266353"/>
                  <a:pt x="10279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69661" y="355600"/>
                  <a:pt x="155575" y="355600"/>
                </a:cubicBezTo>
                <a:cubicBezTo>
                  <a:pt x="241489" y="355600"/>
                  <a:pt x="311150" y="330736"/>
                  <a:pt x="311150" y="300038"/>
                </a:cubicBezTo>
                <a:lnTo>
                  <a:pt x="311150" y="254060"/>
                </a:lnTo>
                <a:cubicBezTo>
                  <a:pt x="300871" y="260866"/>
                  <a:pt x="289064" y="266353"/>
                  <a:pt x="276771" y="270728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46" name="Text 44"/>
          <p:cNvSpPr/>
          <p:nvPr/>
        </p:nvSpPr>
        <p:spPr>
          <a:xfrm>
            <a:off x="17970500" y="7810500"/>
            <a:ext cx="48514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qTest Remains Central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transforms activity into knowledge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7145000" y="9779000"/>
            <a:ext cx="5994400" cy="508000"/>
          </a:xfrm>
          <a:prstGeom prst="rect">
            <a:avLst/>
          </a:prstGeom>
          <a:solidFill>
            <a:srgbClr val="1E3A4A"/>
          </a:solidFill>
          <a:ln/>
        </p:spPr>
      </p:sp>
      <p:sp>
        <p:nvSpPr>
          <p:cNvPr id="48" name="Text 46"/>
          <p:cNvSpPr/>
          <p:nvPr/>
        </p:nvSpPr>
        <p:spPr>
          <a:xfrm>
            <a:off x="17145000" y="9779000"/>
            <a:ext cx="5994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↺ Continuous Learning Loop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244600" y="10541000"/>
            <a:ext cx="21894800" cy="2540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50" name="Text 48"/>
          <p:cNvSpPr/>
          <p:nvPr/>
        </p:nvSpPr>
        <p:spPr>
          <a:xfrm>
            <a:off x="22225000" y="12954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 / 03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Quality Engineering Workflow</dc:title>
  <dc:subject>AI-Powered Quality Engineering Workflow</dc:subject>
  <dc:creator>Kimi</dc:creator>
  <cp:lastModifiedBy>Kimi</cp:lastModifiedBy>
  <cp:revision>1</cp:revision>
  <dcterms:created xsi:type="dcterms:W3CDTF">2026-04-24T00:47:03Z</dcterms:created>
  <dcterms:modified xsi:type="dcterms:W3CDTF">2026-04-24T00:47:03Z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{"Label":"AI-Powered Quality Engineering Workflow","ContentProducer":"001191110108MACG2KBH8F10000","ProduceID":"19dbcb1f-33d2-8b94-8000-0000e11a7844","ReservedCode1":"","ContentPropagator":"001191110108MACG2KBH8F20000","PropagateID":"19dbcb1f-33d2-8b94-8000-0000e11a7844","ReservedCode2":""}</vt:lpwstr>
  </property>
</Properties>
</file>
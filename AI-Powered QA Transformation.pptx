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embeddedFontLst>
    <p:embeddedFont>
      <p:font typeface="Quattrocento Sans" charset="-122" pitchFamily="34"/>
      <p:regular r:id="rId10"/>
    </p:embeddedFont>
    <p:embeddedFont>
      <p:font typeface="Liter" charset="-122" pitchFamily="34"/>
      <p:regular r:id="rId11"/>
    </p:embeddedFont>
    <p:embeddedFont>
      <p:font typeface="Hedvig Letters Sans" charset="-122" pitchFamily="34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052bbb374ec8c1f7778a6e4e4a96a04efa0e272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/>
              </a:gs>
              <a:gs pos="50000">
                <a:srgbClr val="111827">
                  <a:alpha val="95000"/>
                </a:srgbClr>
              </a:gs>
              <a:gs pos="100000">
                <a:srgbClr val="2563EB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9949" y="319949"/>
            <a:ext cx="1759211" cy="322524"/>
          </a:xfrm>
          <a:custGeom>
            <a:avLst/>
            <a:gdLst/>
            <a:ahLst/>
            <a:cxnLst/>
            <a:rect l="l" t="t" r="r" b="b"/>
            <a:pathLst>
              <a:path w="1759211" h="322524">
                <a:moveTo>
                  <a:pt x="161262" y="0"/>
                </a:moveTo>
                <a:lnTo>
                  <a:pt x="1597949" y="0"/>
                </a:lnTo>
                <a:cubicBezTo>
                  <a:pt x="1686952" y="0"/>
                  <a:pt x="1759211" y="72259"/>
                  <a:pt x="1759211" y="161262"/>
                </a:cubicBezTo>
                <a:lnTo>
                  <a:pt x="1759211" y="161262"/>
                </a:lnTo>
                <a:cubicBezTo>
                  <a:pt x="1759211" y="250265"/>
                  <a:pt x="1686952" y="322524"/>
                  <a:pt x="1597949" y="322524"/>
                </a:cubicBezTo>
                <a:lnTo>
                  <a:pt x="161262" y="322524"/>
                </a:lnTo>
                <a:cubicBezTo>
                  <a:pt x="72259" y="322524"/>
                  <a:pt x="0" y="250265"/>
                  <a:pt x="0" y="161262"/>
                </a:cubicBezTo>
                <a:lnTo>
                  <a:pt x="0" y="161262"/>
                </a:lnTo>
                <a:cubicBezTo>
                  <a:pt x="0" y="72259"/>
                  <a:pt x="72259" y="0"/>
                  <a:pt x="161262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8038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1180" y="44146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639898" y="381961"/>
            <a:ext cx="134739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spc="5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437" y="763922"/>
            <a:ext cx="1179512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QA Transformation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7437" y="1438515"/>
            <a:ext cx="11656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QA into an intelligent, self-improving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9949" y="1956901"/>
            <a:ext cx="5656524" cy="4791336"/>
          </a:xfrm>
          <a:custGeom>
            <a:avLst/>
            <a:gdLst/>
            <a:ahLst/>
            <a:cxnLst/>
            <a:rect l="l" t="t" r="r" b="b"/>
            <a:pathLst>
              <a:path w="5656524" h="4791336">
                <a:moveTo>
                  <a:pt x="119065" y="0"/>
                </a:moveTo>
                <a:lnTo>
                  <a:pt x="5537459" y="0"/>
                </a:lnTo>
                <a:cubicBezTo>
                  <a:pt x="5603217" y="0"/>
                  <a:pt x="5656524" y="53307"/>
                  <a:pt x="5656524" y="119065"/>
                </a:cubicBezTo>
                <a:lnTo>
                  <a:pt x="5656524" y="4672272"/>
                </a:lnTo>
                <a:cubicBezTo>
                  <a:pt x="5656524" y="4738029"/>
                  <a:pt x="5603217" y="4791336"/>
                  <a:pt x="5537459" y="4791336"/>
                </a:cubicBezTo>
                <a:lnTo>
                  <a:pt x="119065" y="4791336"/>
                </a:lnTo>
                <a:cubicBezTo>
                  <a:pt x="53307" y="4791336"/>
                  <a:pt x="0" y="4738029"/>
                  <a:pt x="0" y="4672272"/>
                </a:cubicBezTo>
                <a:lnTo>
                  <a:pt x="0" y="119065"/>
                </a:lnTo>
                <a:cubicBezTo>
                  <a:pt x="0" y="53351"/>
                  <a:pt x="53351" y="0"/>
                  <a:pt x="119065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8038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0898" y="215785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79377" y="0"/>
                </a:moveTo>
                <a:lnTo>
                  <a:pt x="396873" y="0"/>
                </a:lnTo>
                <a:cubicBezTo>
                  <a:pt x="440712" y="0"/>
                  <a:pt x="476250" y="35538"/>
                  <a:pt x="476250" y="79377"/>
                </a:cubicBezTo>
                <a:lnTo>
                  <a:pt x="476250" y="396873"/>
                </a:lnTo>
                <a:cubicBezTo>
                  <a:pt x="476250" y="440712"/>
                  <a:pt x="440712" y="476250"/>
                  <a:pt x="396873" y="476250"/>
                </a:cubicBezTo>
                <a:lnTo>
                  <a:pt x="79377" y="476250"/>
                </a:lnTo>
                <a:cubicBezTo>
                  <a:pt x="35538" y="476250"/>
                  <a:pt x="0" y="440712"/>
                  <a:pt x="0" y="396873"/>
                </a:cubicBezTo>
                <a:lnTo>
                  <a:pt x="0" y="79377"/>
                </a:lnTo>
                <a:cubicBezTo>
                  <a:pt x="0" y="35567"/>
                  <a:pt x="35567" y="0"/>
                  <a:pt x="79377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41898" y="227685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5899" y="0"/>
                  <a:pt x="132178" y="3767"/>
                  <a:pt x="135434" y="9767"/>
                </a:cubicBezTo>
                <a:lnTo>
                  <a:pt x="235893" y="195802"/>
                </a:lnTo>
                <a:cubicBezTo>
                  <a:pt x="239009" y="201569"/>
                  <a:pt x="238869" y="208545"/>
                  <a:pt x="235521" y="214173"/>
                </a:cubicBezTo>
                <a:cubicBezTo>
                  <a:pt x="232172" y="219801"/>
                  <a:pt x="226079" y="223242"/>
                  <a:pt x="219521" y="223242"/>
                </a:cubicBezTo>
                <a:lnTo>
                  <a:pt x="18604" y="223242"/>
                </a:lnTo>
                <a:cubicBezTo>
                  <a:pt x="12046" y="223242"/>
                  <a:pt x="6000" y="219801"/>
                  <a:pt x="2604" y="214173"/>
                </a:cubicBezTo>
                <a:cubicBezTo>
                  <a:pt x="-791" y="208545"/>
                  <a:pt x="-884" y="201569"/>
                  <a:pt x="2232" y="195802"/>
                </a:cubicBezTo>
                <a:lnTo>
                  <a:pt x="102691" y="9767"/>
                </a:lnTo>
                <a:cubicBezTo>
                  <a:pt x="105947" y="3767"/>
                  <a:pt x="112226" y="0"/>
                  <a:pt x="119062" y="0"/>
                </a:cubicBezTo>
                <a:close/>
                <a:moveTo>
                  <a:pt x="119062" y="78135"/>
                </a:moveTo>
                <a:cubicBezTo>
                  <a:pt x="112877" y="78135"/>
                  <a:pt x="107900" y="83111"/>
                  <a:pt x="107900" y="89297"/>
                </a:cubicBezTo>
                <a:lnTo>
                  <a:pt x="107900" y="141387"/>
                </a:lnTo>
                <a:cubicBezTo>
                  <a:pt x="107900" y="147572"/>
                  <a:pt x="112877" y="152549"/>
                  <a:pt x="119062" y="152549"/>
                </a:cubicBezTo>
                <a:cubicBezTo>
                  <a:pt x="125248" y="152549"/>
                  <a:pt x="130225" y="147572"/>
                  <a:pt x="130225" y="141387"/>
                </a:cubicBezTo>
                <a:lnTo>
                  <a:pt x="130225" y="89297"/>
                </a:lnTo>
                <a:cubicBezTo>
                  <a:pt x="130225" y="83111"/>
                  <a:pt x="125248" y="78135"/>
                  <a:pt x="119062" y="78135"/>
                </a:cubicBezTo>
                <a:close/>
                <a:moveTo>
                  <a:pt x="131480" y="178594"/>
                </a:moveTo>
                <a:cubicBezTo>
                  <a:pt x="131763" y="173984"/>
                  <a:pt x="129464" y="169599"/>
                  <a:pt x="125513" y="167209"/>
                </a:cubicBezTo>
                <a:cubicBezTo>
                  <a:pt x="121561" y="164819"/>
                  <a:pt x="116610" y="164819"/>
                  <a:pt x="112659" y="167209"/>
                </a:cubicBezTo>
                <a:cubicBezTo>
                  <a:pt x="108707" y="169599"/>
                  <a:pt x="106409" y="173984"/>
                  <a:pt x="106691" y="178594"/>
                </a:cubicBezTo>
                <a:cubicBezTo>
                  <a:pt x="106409" y="183203"/>
                  <a:pt x="108707" y="187589"/>
                  <a:pt x="112659" y="189979"/>
                </a:cubicBezTo>
                <a:cubicBezTo>
                  <a:pt x="116610" y="192369"/>
                  <a:pt x="121561" y="192369"/>
                  <a:pt x="125513" y="189979"/>
                </a:cubicBezTo>
                <a:cubicBezTo>
                  <a:pt x="129464" y="187589"/>
                  <a:pt x="131763" y="183203"/>
                  <a:pt x="131480" y="17859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116132" y="2237210"/>
            <a:ext cx="2230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F444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0898" y="2792804"/>
            <a:ext cx="5254625" cy="968375"/>
          </a:xfrm>
          <a:custGeom>
            <a:avLst/>
            <a:gdLst/>
            <a:ahLst/>
            <a:cxnLst/>
            <a:rect l="l" t="t" r="r" b="b"/>
            <a:pathLst>
              <a:path w="5254625" h="968375">
                <a:moveTo>
                  <a:pt x="79378" y="0"/>
                </a:moveTo>
                <a:lnTo>
                  <a:pt x="5175247" y="0"/>
                </a:lnTo>
                <a:cubicBezTo>
                  <a:pt x="5219086" y="0"/>
                  <a:pt x="5254625" y="35539"/>
                  <a:pt x="5254625" y="79378"/>
                </a:cubicBezTo>
                <a:lnTo>
                  <a:pt x="5254625" y="888997"/>
                </a:lnTo>
                <a:cubicBezTo>
                  <a:pt x="5254625" y="932836"/>
                  <a:pt x="5219086" y="968375"/>
                  <a:pt x="5175247" y="968375"/>
                </a:cubicBezTo>
                <a:lnTo>
                  <a:pt x="79378" y="968375"/>
                </a:lnTo>
                <a:cubicBezTo>
                  <a:pt x="35539" y="968375"/>
                  <a:pt x="0" y="932836"/>
                  <a:pt x="0" y="888997"/>
                </a:cubicBezTo>
                <a:lnTo>
                  <a:pt x="0" y="79378"/>
                </a:lnTo>
                <a:cubicBezTo>
                  <a:pt x="0" y="35539"/>
                  <a:pt x="35539" y="0"/>
                  <a:pt x="79378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39898" y="293158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19242" y="301094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1076335" y="2911803"/>
            <a:ext cx="46593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Test Cases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6335" y="3189522"/>
            <a:ext cx="464939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Scattered across qTest, code repositories, and documentation—no unified view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0898" y="3879029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39898" y="40178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09320" y="409716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7944" y="30572"/>
                </a:moveTo>
                <a:cubicBezTo>
                  <a:pt x="160300" y="28215"/>
                  <a:pt x="164238" y="28804"/>
                  <a:pt x="165416" y="31905"/>
                </a:cubicBezTo>
                <a:cubicBezTo>
                  <a:pt x="167525" y="37393"/>
                  <a:pt x="168672" y="43377"/>
                  <a:pt x="168672" y="49609"/>
                </a:cubicBezTo>
                <a:cubicBezTo>
                  <a:pt x="168672" y="77019"/>
                  <a:pt x="146472" y="99219"/>
                  <a:pt x="119062" y="99219"/>
                </a:cubicBezTo>
                <a:cubicBezTo>
                  <a:pt x="113636" y="99219"/>
                  <a:pt x="108396" y="98351"/>
                  <a:pt x="103498" y="96738"/>
                </a:cubicBezTo>
                <a:lnTo>
                  <a:pt x="45548" y="154688"/>
                </a:lnTo>
                <a:cubicBezTo>
                  <a:pt x="36835" y="163401"/>
                  <a:pt x="22696" y="163401"/>
                  <a:pt x="13984" y="154688"/>
                </a:cubicBezTo>
                <a:cubicBezTo>
                  <a:pt x="5271" y="145976"/>
                  <a:pt x="5271" y="131837"/>
                  <a:pt x="13984" y="123124"/>
                </a:cubicBezTo>
                <a:lnTo>
                  <a:pt x="71934" y="65174"/>
                </a:lnTo>
                <a:cubicBezTo>
                  <a:pt x="70321" y="60275"/>
                  <a:pt x="69453" y="55066"/>
                  <a:pt x="69453" y="49609"/>
                </a:cubicBezTo>
                <a:cubicBezTo>
                  <a:pt x="69453" y="22200"/>
                  <a:pt x="91653" y="0"/>
                  <a:pt x="119062" y="0"/>
                </a:cubicBezTo>
                <a:cubicBezTo>
                  <a:pt x="125295" y="0"/>
                  <a:pt x="131279" y="1147"/>
                  <a:pt x="136767" y="3256"/>
                </a:cubicBezTo>
                <a:cubicBezTo>
                  <a:pt x="139867" y="4434"/>
                  <a:pt x="140426" y="8372"/>
                  <a:pt x="138100" y="10728"/>
                </a:cubicBezTo>
                <a:lnTo>
                  <a:pt x="110598" y="38230"/>
                </a:lnTo>
                <a:cubicBezTo>
                  <a:pt x="109668" y="39160"/>
                  <a:pt x="109141" y="40432"/>
                  <a:pt x="109141" y="41734"/>
                </a:cubicBezTo>
                <a:lnTo>
                  <a:pt x="109141" y="54570"/>
                </a:lnTo>
                <a:cubicBezTo>
                  <a:pt x="109141" y="57299"/>
                  <a:pt x="111373" y="59531"/>
                  <a:pt x="114102" y="59531"/>
                </a:cubicBezTo>
                <a:lnTo>
                  <a:pt x="126938" y="59531"/>
                </a:lnTo>
                <a:cubicBezTo>
                  <a:pt x="128240" y="59531"/>
                  <a:pt x="129511" y="59004"/>
                  <a:pt x="130442" y="58074"/>
                </a:cubicBezTo>
                <a:lnTo>
                  <a:pt x="157944" y="3057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1076335" y="3998029"/>
            <a:ext cx="41195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Maintenance Burden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76335" y="4275747"/>
            <a:ext cx="410964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Selenium instability requires constant script updates and debugging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0898" y="4739501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9898" y="487828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39085" y="495764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922" y="0"/>
                </a:moveTo>
                <a:cubicBezTo>
                  <a:pt x="4434" y="0"/>
                  <a:pt x="0" y="4434"/>
                  <a:pt x="0" y="9922"/>
                </a:cubicBezTo>
                <a:cubicBezTo>
                  <a:pt x="0" y="15410"/>
                  <a:pt x="4434" y="19844"/>
                  <a:pt x="9922" y="19844"/>
                </a:cubicBezTo>
                <a:lnTo>
                  <a:pt x="9922" y="23254"/>
                </a:lnTo>
                <a:cubicBezTo>
                  <a:pt x="9922" y="36401"/>
                  <a:pt x="15162" y="49020"/>
                  <a:pt x="24464" y="58322"/>
                </a:cubicBezTo>
                <a:lnTo>
                  <a:pt x="45517" y="79375"/>
                </a:lnTo>
                <a:lnTo>
                  <a:pt x="24464" y="100428"/>
                </a:lnTo>
                <a:cubicBezTo>
                  <a:pt x="15162" y="109730"/>
                  <a:pt x="9922" y="122349"/>
                  <a:pt x="9922" y="135496"/>
                </a:cubicBezTo>
                <a:lnTo>
                  <a:pt x="9922" y="138906"/>
                </a:lnTo>
                <a:cubicBezTo>
                  <a:pt x="4434" y="138906"/>
                  <a:pt x="0" y="143340"/>
                  <a:pt x="0" y="148828"/>
                </a:cubicBezTo>
                <a:cubicBezTo>
                  <a:pt x="0" y="154316"/>
                  <a:pt x="4434" y="158750"/>
                  <a:pt x="9922" y="158750"/>
                </a:cubicBezTo>
                <a:lnTo>
                  <a:pt x="109141" y="158750"/>
                </a:lnTo>
                <a:cubicBezTo>
                  <a:pt x="114629" y="158750"/>
                  <a:pt x="119062" y="154316"/>
                  <a:pt x="119062" y="148828"/>
                </a:cubicBezTo>
                <a:cubicBezTo>
                  <a:pt x="119062" y="143340"/>
                  <a:pt x="114629" y="138906"/>
                  <a:pt x="109141" y="138906"/>
                </a:cubicBezTo>
                <a:lnTo>
                  <a:pt x="109141" y="135496"/>
                </a:lnTo>
                <a:cubicBezTo>
                  <a:pt x="109141" y="122349"/>
                  <a:pt x="103901" y="109730"/>
                  <a:pt x="94599" y="100428"/>
                </a:cubicBezTo>
                <a:lnTo>
                  <a:pt x="73546" y="79375"/>
                </a:lnTo>
                <a:lnTo>
                  <a:pt x="94599" y="58322"/>
                </a:lnTo>
                <a:cubicBezTo>
                  <a:pt x="103901" y="49020"/>
                  <a:pt x="109141" y="36401"/>
                  <a:pt x="109141" y="23254"/>
                </a:cubicBezTo>
                <a:lnTo>
                  <a:pt x="109141" y="19844"/>
                </a:lnTo>
                <a:cubicBezTo>
                  <a:pt x="114629" y="19844"/>
                  <a:pt x="119062" y="15410"/>
                  <a:pt x="119062" y="9922"/>
                </a:cubicBezTo>
                <a:cubicBezTo>
                  <a:pt x="119062" y="4434"/>
                  <a:pt x="114629" y="0"/>
                  <a:pt x="109141" y="0"/>
                </a:cubicBezTo>
                <a:lnTo>
                  <a:pt x="9922" y="0"/>
                </a:lnTo>
                <a:close/>
                <a:moveTo>
                  <a:pt x="29766" y="23254"/>
                </a:moveTo>
                <a:lnTo>
                  <a:pt x="29766" y="19844"/>
                </a:lnTo>
                <a:lnTo>
                  <a:pt x="89297" y="19844"/>
                </a:lnTo>
                <a:lnTo>
                  <a:pt x="89297" y="23254"/>
                </a:lnTo>
                <a:cubicBezTo>
                  <a:pt x="89297" y="29146"/>
                  <a:pt x="87561" y="34851"/>
                  <a:pt x="84336" y="39688"/>
                </a:cubicBezTo>
                <a:lnTo>
                  <a:pt x="34727" y="39688"/>
                </a:lnTo>
                <a:cubicBezTo>
                  <a:pt x="31533" y="34851"/>
                  <a:pt x="29766" y="29146"/>
                  <a:pt x="29766" y="23254"/>
                </a:cubicBezTo>
                <a:close/>
                <a:moveTo>
                  <a:pt x="34727" y="119062"/>
                </a:moveTo>
                <a:cubicBezTo>
                  <a:pt x="35812" y="117419"/>
                  <a:pt x="37083" y="115869"/>
                  <a:pt x="38478" y="114443"/>
                </a:cubicBezTo>
                <a:lnTo>
                  <a:pt x="59531" y="93390"/>
                </a:lnTo>
                <a:lnTo>
                  <a:pt x="80584" y="114443"/>
                </a:lnTo>
                <a:cubicBezTo>
                  <a:pt x="82010" y="115869"/>
                  <a:pt x="83251" y="117419"/>
                  <a:pt x="84367" y="119062"/>
                </a:cubicBezTo>
                <a:lnTo>
                  <a:pt x="34727" y="11906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1076335" y="4858500"/>
            <a:ext cx="3794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Manual Creation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76335" y="5136219"/>
            <a:ext cx="378420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creation is manual, repetitive, and time-intensive process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0898" y="5599972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39898" y="57387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09320" y="581811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2712" y="-7720"/>
                </a:moveTo>
                <a:cubicBezTo>
                  <a:pt x="9798" y="-10635"/>
                  <a:pt x="5085" y="-10635"/>
                  <a:pt x="2201" y="-7720"/>
                </a:cubicBezTo>
                <a:cubicBezTo>
                  <a:pt x="-682" y="-4806"/>
                  <a:pt x="-713" y="-93"/>
                  <a:pt x="2170" y="2822"/>
                </a:cubicBezTo>
                <a:lnTo>
                  <a:pt x="165881" y="166532"/>
                </a:lnTo>
                <a:cubicBezTo>
                  <a:pt x="168796" y="169447"/>
                  <a:pt x="173509" y="169447"/>
                  <a:pt x="176392" y="166532"/>
                </a:cubicBezTo>
                <a:cubicBezTo>
                  <a:pt x="179276" y="163618"/>
                  <a:pt x="179307" y="158905"/>
                  <a:pt x="176392" y="156021"/>
                </a:cubicBezTo>
                <a:lnTo>
                  <a:pt x="146503" y="126132"/>
                </a:lnTo>
                <a:cubicBezTo>
                  <a:pt x="147340" y="125388"/>
                  <a:pt x="148177" y="124644"/>
                  <a:pt x="148983" y="123899"/>
                </a:cubicBezTo>
                <a:cubicBezTo>
                  <a:pt x="163494" y="110412"/>
                  <a:pt x="173199" y="94320"/>
                  <a:pt x="177819" y="83251"/>
                </a:cubicBezTo>
                <a:cubicBezTo>
                  <a:pt x="178842" y="80801"/>
                  <a:pt x="178842" y="78073"/>
                  <a:pt x="177819" y="75623"/>
                </a:cubicBezTo>
                <a:cubicBezTo>
                  <a:pt x="173199" y="64554"/>
                  <a:pt x="163494" y="48431"/>
                  <a:pt x="148983" y="34975"/>
                </a:cubicBezTo>
                <a:cubicBezTo>
                  <a:pt x="134379" y="21425"/>
                  <a:pt x="114319" y="9984"/>
                  <a:pt x="89266" y="9984"/>
                </a:cubicBezTo>
                <a:cubicBezTo>
                  <a:pt x="71655" y="9984"/>
                  <a:pt x="56524" y="15627"/>
                  <a:pt x="43997" y="23688"/>
                </a:cubicBezTo>
                <a:lnTo>
                  <a:pt x="12712" y="-7720"/>
                </a:lnTo>
                <a:close/>
                <a:moveTo>
                  <a:pt x="63407" y="43005"/>
                </a:moveTo>
                <a:cubicBezTo>
                  <a:pt x="70693" y="37796"/>
                  <a:pt x="79654" y="34727"/>
                  <a:pt x="89297" y="34727"/>
                </a:cubicBezTo>
                <a:cubicBezTo>
                  <a:pt x="113947" y="34727"/>
                  <a:pt x="133945" y="54725"/>
                  <a:pt x="133945" y="79375"/>
                </a:cubicBezTo>
                <a:cubicBezTo>
                  <a:pt x="133945" y="89018"/>
                  <a:pt x="130876" y="97948"/>
                  <a:pt x="125667" y="105265"/>
                </a:cubicBezTo>
                <a:lnTo>
                  <a:pt x="114908" y="94506"/>
                </a:lnTo>
                <a:cubicBezTo>
                  <a:pt x="118845" y="87871"/>
                  <a:pt x="120179" y="79716"/>
                  <a:pt x="118039" y="71655"/>
                </a:cubicBezTo>
                <a:cubicBezTo>
                  <a:pt x="113792" y="55780"/>
                  <a:pt x="97451" y="46354"/>
                  <a:pt x="81576" y="50602"/>
                </a:cubicBezTo>
                <a:cubicBezTo>
                  <a:pt x="78910" y="51315"/>
                  <a:pt x="76398" y="52369"/>
                  <a:pt x="74135" y="53702"/>
                </a:cubicBezTo>
                <a:lnTo>
                  <a:pt x="63376" y="42943"/>
                </a:lnTo>
                <a:close/>
                <a:moveTo>
                  <a:pt x="100862" y="122504"/>
                </a:moveTo>
                <a:cubicBezTo>
                  <a:pt x="97172" y="123496"/>
                  <a:pt x="93297" y="124023"/>
                  <a:pt x="89297" y="124023"/>
                </a:cubicBezTo>
                <a:cubicBezTo>
                  <a:pt x="64647" y="124023"/>
                  <a:pt x="44648" y="104025"/>
                  <a:pt x="44648" y="79375"/>
                </a:cubicBezTo>
                <a:cubicBezTo>
                  <a:pt x="44648" y="75375"/>
                  <a:pt x="45176" y="71500"/>
                  <a:pt x="46168" y="67810"/>
                </a:cubicBezTo>
                <a:lnTo>
                  <a:pt x="21518" y="43160"/>
                </a:lnTo>
                <a:cubicBezTo>
                  <a:pt x="11410" y="54570"/>
                  <a:pt x="4465" y="66663"/>
                  <a:pt x="775" y="75561"/>
                </a:cubicBezTo>
                <a:cubicBezTo>
                  <a:pt x="-248" y="78011"/>
                  <a:pt x="-248" y="80739"/>
                  <a:pt x="775" y="83189"/>
                </a:cubicBezTo>
                <a:cubicBezTo>
                  <a:pt x="5395" y="94258"/>
                  <a:pt x="15100" y="110381"/>
                  <a:pt x="29611" y="123837"/>
                </a:cubicBezTo>
                <a:cubicBezTo>
                  <a:pt x="44214" y="137387"/>
                  <a:pt x="64275" y="148828"/>
                  <a:pt x="89328" y="148828"/>
                </a:cubicBezTo>
                <a:cubicBezTo>
                  <a:pt x="100893" y="148828"/>
                  <a:pt x="111404" y="146379"/>
                  <a:pt x="120799" y="142441"/>
                </a:cubicBezTo>
                <a:lnTo>
                  <a:pt x="100893" y="122535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1076335" y="5718972"/>
            <a:ext cx="35083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Visibility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76335" y="5996690"/>
            <a:ext cx="349845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clear insight into test coverage gaps or quality metrics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17499" y="1956901"/>
            <a:ext cx="5656524" cy="4791336"/>
          </a:xfrm>
          <a:custGeom>
            <a:avLst/>
            <a:gdLst/>
            <a:ahLst/>
            <a:cxnLst/>
            <a:rect l="l" t="t" r="r" b="b"/>
            <a:pathLst>
              <a:path w="5656524" h="4791336">
                <a:moveTo>
                  <a:pt x="119065" y="0"/>
                </a:moveTo>
                <a:lnTo>
                  <a:pt x="5537459" y="0"/>
                </a:lnTo>
                <a:cubicBezTo>
                  <a:pt x="5603217" y="0"/>
                  <a:pt x="5656524" y="53307"/>
                  <a:pt x="5656524" y="119065"/>
                </a:cubicBezTo>
                <a:lnTo>
                  <a:pt x="5656524" y="4672272"/>
                </a:lnTo>
                <a:cubicBezTo>
                  <a:pt x="5656524" y="4738029"/>
                  <a:pt x="5603217" y="4791336"/>
                  <a:pt x="5537459" y="4791336"/>
                </a:cubicBezTo>
                <a:lnTo>
                  <a:pt x="119065" y="4791336"/>
                </a:lnTo>
                <a:cubicBezTo>
                  <a:pt x="53307" y="4791336"/>
                  <a:pt x="0" y="4738029"/>
                  <a:pt x="0" y="4672272"/>
                </a:cubicBezTo>
                <a:lnTo>
                  <a:pt x="0" y="119065"/>
                </a:lnTo>
                <a:cubicBezTo>
                  <a:pt x="0" y="53351"/>
                  <a:pt x="53351" y="0"/>
                  <a:pt x="119065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8038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18448" y="215785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79377" y="0"/>
                </a:moveTo>
                <a:lnTo>
                  <a:pt x="396873" y="0"/>
                </a:lnTo>
                <a:cubicBezTo>
                  <a:pt x="440712" y="0"/>
                  <a:pt x="476250" y="35538"/>
                  <a:pt x="476250" y="79377"/>
                </a:cubicBezTo>
                <a:lnTo>
                  <a:pt x="476250" y="396873"/>
                </a:lnTo>
                <a:cubicBezTo>
                  <a:pt x="476250" y="440712"/>
                  <a:pt x="440712" y="476250"/>
                  <a:pt x="396873" y="476250"/>
                </a:cubicBezTo>
                <a:lnTo>
                  <a:pt x="79377" y="476250"/>
                </a:lnTo>
                <a:cubicBezTo>
                  <a:pt x="35538" y="476250"/>
                  <a:pt x="0" y="440712"/>
                  <a:pt x="0" y="396873"/>
                </a:cubicBezTo>
                <a:lnTo>
                  <a:pt x="0" y="79377"/>
                </a:lnTo>
                <a:cubicBezTo>
                  <a:pt x="0" y="35567"/>
                  <a:pt x="35567" y="0"/>
                  <a:pt x="7937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539448" y="227685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7013682" y="2237210"/>
            <a:ext cx="1484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20960" y="2795316"/>
            <a:ext cx="5243774" cy="600336"/>
          </a:xfrm>
          <a:custGeom>
            <a:avLst/>
            <a:gdLst/>
            <a:ahLst/>
            <a:cxnLst/>
            <a:rect l="l" t="t" r="r" b="b"/>
            <a:pathLst>
              <a:path w="5243774" h="600336">
                <a:moveTo>
                  <a:pt x="79376" y="0"/>
                </a:moveTo>
                <a:lnTo>
                  <a:pt x="5164397" y="0"/>
                </a:lnTo>
                <a:cubicBezTo>
                  <a:pt x="5208206" y="0"/>
                  <a:pt x="5243774" y="35567"/>
                  <a:pt x="5243774" y="79376"/>
                </a:cubicBezTo>
                <a:lnTo>
                  <a:pt x="5243774" y="520960"/>
                </a:lnTo>
                <a:cubicBezTo>
                  <a:pt x="5243774" y="564769"/>
                  <a:pt x="5208206" y="600336"/>
                  <a:pt x="5164397" y="600336"/>
                </a:cubicBezTo>
                <a:lnTo>
                  <a:pt x="79376" y="600336"/>
                </a:lnTo>
                <a:cubicBezTo>
                  <a:pt x="35567" y="600336"/>
                  <a:pt x="0" y="564769"/>
                  <a:pt x="0" y="520960"/>
                </a:cubicBezTo>
                <a:lnTo>
                  <a:pt x="0" y="79376"/>
                </a:lnTo>
                <a:cubicBezTo>
                  <a:pt x="0" y="35567"/>
                  <a:pt x="35567" y="0"/>
                  <a:pt x="7937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604019" y="3004093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175315" y="97180"/>
                </a:moveTo>
                <a:cubicBezTo>
                  <a:pt x="179675" y="92820"/>
                  <a:pt x="179675" y="85739"/>
                  <a:pt x="175315" y="81379"/>
                </a:cubicBezTo>
                <a:lnTo>
                  <a:pt x="119504" y="25568"/>
                </a:lnTo>
                <a:cubicBezTo>
                  <a:pt x="115144" y="21208"/>
                  <a:pt x="108063" y="21208"/>
                  <a:pt x="103703" y="25568"/>
                </a:cubicBezTo>
                <a:cubicBezTo>
                  <a:pt x="99343" y="29928"/>
                  <a:pt x="99343" y="37009"/>
                  <a:pt x="103703" y="41370"/>
                </a:cubicBezTo>
                <a:lnTo>
                  <a:pt x="140468" y="78135"/>
                </a:lnTo>
                <a:lnTo>
                  <a:pt x="11162" y="78135"/>
                </a:lnTo>
                <a:cubicBezTo>
                  <a:pt x="4988" y="78135"/>
                  <a:pt x="0" y="83123"/>
                  <a:pt x="0" y="89297"/>
                </a:cubicBezTo>
                <a:cubicBezTo>
                  <a:pt x="0" y="95471"/>
                  <a:pt x="4988" y="100459"/>
                  <a:pt x="11162" y="100459"/>
                </a:cubicBezTo>
                <a:lnTo>
                  <a:pt x="140468" y="100459"/>
                </a:lnTo>
                <a:lnTo>
                  <a:pt x="103703" y="137224"/>
                </a:lnTo>
                <a:cubicBezTo>
                  <a:pt x="99343" y="141584"/>
                  <a:pt x="99343" y="148665"/>
                  <a:pt x="103703" y="153026"/>
                </a:cubicBezTo>
                <a:cubicBezTo>
                  <a:pt x="108063" y="157386"/>
                  <a:pt x="115144" y="157386"/>
                  <a:pt x="119504" y="153026"/>
                </a:cubicBezTo>
                <a:lnTo>
                  <a:pt x="175315" y="97215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6804441" y="2956546"/>
            <a:ext cx="478829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 + AI Layer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18448" y="3556725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537448" y="369550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626713" y="377486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0"/>
          <p:cNvSpPr/>
          <p:nvPr/>
        </p:nvSpPr>
        <p:spPr>
          <a:xfrm>
            <a:off x="6973885" y="3675725"/>
            <a:ext cx="3548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Knowledge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973885" y="3953443"/>
            <a:ext cx="353814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test cases in YAML/JSON for machine readability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18448" y="4417197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37448" y="455597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16791" y="463533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5"/>
          <p:cNvSpPr/>
          <p:nvPr/>
        </p:nvSpPr>
        <p:spPr>
          <a:xfrm>
            <a:off x="6973885" y="4536196"/>
            <a:ext cx="36433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Understanding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973885" y="4813915"/>
            <a:ext cx="363339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comprehends workflows, data models, and UI structures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418448" y="5277668"/>
            <a:ext cx="5254625" cy="738188"/>
          </a:xfrm>
          <a:custGeom>
            <a:avLst/>
            <a:gdLst/>
            <a:ahLst/>
            <a:cxnLst/>
            <a:rect l="l" t="t" r="r" b="b"/>
            <a:pathLst>
              <a:path w="5254625" h="738188">
                <a:moveTo>
                  <a:pt x="79377" y="0"/>
                </a:moveTo>
                <a:lnTo>
                  <a:pt x="5175248" y="0"/>
                </a:lnTo>
                <a:cubicBezTo>
                  <a:pt x="5219087" y="0"/>
                  <a:pt x="5254625" y="35538"/>
                  <a:pt x="5254625" y="79377"/>
                </a:cubicBezTo>
                <a:lnTo>
                  <a:pt x="5254625" y="658810"/>
                </a:lnTo>
                <a:cubicBezTo>
                  <a:pt x="5254625" y="702649"/>
                  <a:pt x="5219087" y="738188"/>
                  <a:pt x="5175248" y="738188"/>
                </a:cubicBezTo>
                <a:lnTo>
                  <a:pt x="79377" y="738188"/>
                </a:lnTo>
                <a:cubicBezTo>
                  <a:pt x="35538" y="738188"/>
                  <a:pt x="0" y="702649"/>
                  <a:pt x="0" y="658810"/>
                </a:cubicBezTo>
                <a:lnTo>
                  <a:pt x="0" y="79377"/>
                </a:lnTo>
                <a:cubicBezTo>
                  <a:pt x="0" y="35568"/>
                  <a:pt x="35568" y="0"/>
                  <a:pt x="79377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537448" y="54164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9531" y="0"/>
                </a:moveTo>
                <a:lnTo>
                  <a:pt x="257969" y="0"/>
                </a:lnTo>
                <a:cubicBezTo>
                  <a:pt x="290825" y="0"/>
                  <a:pt x="317500" y="26675"/>
                  <a:pt x="317500" y="59531"/>
                </a:cubicBezTo>
                <a:lnTo>
                  <a:pt x="317500" y="257969"/>
                </a:lnTo>
                <a:cubicBezTo>
                  <a:pt x="317500" y="290825"/>
                  <a:pt x="290825" y="317500"/>
                  <a:pt x="257969" y="317500"/>
                </a:cubicBezTo>
                <a:lnTo>
                  <a:pt x="59531" y="317500"/>
                </a:lnTo>
                <a:cubicBezTo>
                  <a:pt x="26675" y="317500"/>
                  <a:pt x="0" y="290825"/>
                  <a:pt x="0" y="257969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616791" y="549580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0"/>
          <p:cNvSpPr/>
          <p:nvPr/>
        </p:nvSpPr>
        <p:spPr>
          <a:xfrm>
            <a:off x="6973885" y="5396668"/>
            <a:ext cx="3309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Automation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973885" y="5674386"/>
            <a:ext cx="3300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Self-maintaining, adaptive test automation framework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641099" y="6180371"/>
            <a:ext cx="2806961" cy="362211"/>
          </a:xfrm>
          <a:custGeom>
            <a:avLst/>
            <a:gdLst/>
            <a:ahLst/>
            <a:cxnLst/>
            <a:rect l="l" t="t" r="r" b="b"/>
            <a:pathLst>
              <a:path w="2806961" h="362211">
                <a:moveTo>
                  <a:pt x="181106" y="0"/>
                </a:moveTo>
                <a:lnTo>
                  <a:pt x="2625856" y="0"/>
                </a:lnTo>
                <a:cubicBezTo>
                  <a:pt x="2725877" y="0"/>
                  <a:pt x="2806961" y="81084"/>
                  <a:pt x="2806961" y="181106"/>
                </a:cubicBezTo>
                <a:lnTo>
                  <a:pt x="2806961" y="181106"/>
                </a:lnTo>
                <a:cubicBezTo>
                  <a:pt x="2806961" y="281127"/>
                  <a:pt x="2725877" y="362211"/>
                  <a:pt x="2625856" y="362211"/>
                </a:cubicBezTo>
                <a:lnTo>
                  <a:pt x="181106" y="362211"/>
                </a:lnTo>
                <a:cubicBezTo>
                  <a:pt x="81151" y="362211"/>
                  <a:pt x="0" y="281061"/>
                  <a:pt x="0" y="181106"/>
                </a:cubicBezTo>
                <a:lnTo>
                  <a:pt x="0" y="181106"/>
                </a:lnTo>
                <a:cubicBezTo>
                  <a:pt x="0" y="81151"/>
                  <a:pt x="81151" y="0"/>
                  <a:pt x="181106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81689" y="6262242"/>
            <a:ext cx="7838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740597" y="6270148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175315" y="97180"/>
                </a:moveTo>
                <a:cubicBezTo>
                  <a:pt x="179675" y="92820"/>
                  <a:pt x="179675" y="85739"/>
                  <a:pt x="175315" y="81379"/>
                </a:cubicBezTo>
                <a:lnTo>
                  <a:pt x="119504" y="25568"/>
                </a:lnTo>
                <a:cubicBezTo>
                  <a:pt x="115144" y="21208"/>
                  <a:pt x="108063" y="21208"/>
                  <a:pt x="103703" y="25568"/>
                </a:cubicBezTo>
                <a:cubicBezTo>
                  <a:pt x="99343" y="29928"/>
                  <a:pt x="99343" y="37009"/>
                  <a:pt x="103703" y="41370"/>
                </a:cubicBezTo>
                <a:lnTo>
                  <a:pt x="140468" y="78135"/>
                </a:lnTo>
                <a:lnTo>
                  <a:pt x="11162" y="78135"/>
                </a:lnTo>
                <a:cubicBezTo>
                  <a:pt x="4988" y="78135"/>
                  <a:pt x="0" y="83123"/>
                  <a:pt x="0" y="89297"/>
                </a:cubicBezTo>
                <a:cubicBezTo>
                  <a:pt x="0" y="95471"/>
                  <a:pt x="4988" y="100459"/>
                  <a:pt x="11162" y="100459"/>
                </a:cubicBezTo>
                <a:lnTo>
                  <a:pt x="140468" y="100459"/>
                </a:lnTo>
                <a:lnTo>
                  <a:pt x="103703" y="137224"/>
                </a:lnTo>
                <a:cubicBezTo>
                  <a:pt x="99343" y="141584"/>
                  <a:pt x="99343" y="148665"/>
                  <a:pt x="103703" y="153026"/>
                </a:cubicBezTo>
                <a:cubicBezTo>
                  <a:pt x="108063" y="157386"/>
                  <a:pt x="115144" y="157386"/>
                  <a:pt x="119504" y="153026"/>
                </a:cubicBezTo>
                <a:lnTo>
                  <a:pt x="175315" y="97215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8" name="Text 55"/>
          <p:cNvSpPr/>
          <p:nvPr/>
        </p:nvSpPr>
        <p:spPr>
          <a:xfrm>
            <a:off x="9061011" y="6262242"/>
            <a:ext cx="12124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9f36cf002d54072dcb19fef1766456fd48dcc879.jp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0" y="0"/>
            <a:ext cx="12192000" cy="686014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146"/>
          </a:xfrm>
          <a:custGeom>
            <a:avLst/>
            <a:gdLst/>
            <a:ahLst/>
            <a:cxnLst/>
            <a:rect l="l" t="t" r="r" b="b"/>
            <a:pathLst>
              <a:path w="12192000" h="6860146">
                <a:moveTo>
                  <a:pt x="0" y="0"/>
                </a:moveTo>
                <a:lnTo>
                  <a:pt x="12192000" y="0"/>
                </a:lnTo>
                <a:lnTo>
                  <a:pt x="12192000" y="6860146"/>
                </a:lnTo>
                <a:lnTo>
                  <a:pt x="0" y="686014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/>
              </a:gs>
              <a:gs pos="50000">
                <a:srgbClr val="111827">
                  <a:alpha val="98000"/>
                </a:srgbClr>
              </a:gs>
              <a:gs pos="100000">
                <a:srgbClr val="2563EB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6086" y="346086"/>
            <a:ext cx="2366561" cy="348871"/>
          </a:xfrm>
          <a:custGeom>
            <a:avLst/>
            <a:gdLst/>
            <a:ahLst/>
            <a:cxnLst/>
            <a:rect l="l" t="t" r="r" b="b"/>
            <a:pathLst>
              <a:path w="2366561" h="348871">
                <a:moveTo>
                  <a:pt x="174435" y="0"/>
                </a:moveTo>
                <a:lnTo>
                  <a:pt x="2192126" y="0"/>
                </a:lnTo>
                <a:cubicBezTo>
                  <a:pt x="2288464" y="0"/>
                  <a:pt x="2366561" y="78097"/>
                  <a:pt x="2366561" y="174435"/>
                </a:cubicBezTo>
                <a:lnTo>
                  <a:pt x="2366561" y="174435"/>
                </a:lnTo>
                <a:cubicBezTo>
                  <a:pt x="2366561" y="270773"/>
                  <a:pt x="2288464" y="348871"/>
                  <a:pt x="2192126" y="348871"/>
                </a:cubicBezTo>
                <a:lnTo>
                  <a:pt x="174435" y="348871"/>
                </a:lnTo>
                <a:cubicBezTo>
                  <a:pt x="78097" y="348871"/>
                  <a:pt x="0" y="270773"/>
                  <a:pt x="0" y="174435"/>
                </a:cubicBezTo>
                <a:lnTo>
                  <a:pt x="0" y="174435"/>
                </a:lnTo>
                <a:cubicBezTo>
                  <a:pt x="0" y="78097"/>
                  <a:pt x="78097" y="0"/>
                  <a:pt x="174435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8038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0487" y="477524"/>
            <a:ext cx="85859" cy="85859"/>
          </a:xfrm>
          <a:custGeom>
            <a:avLst/>
            <a:gdLst/>
            <a:ahLst/>
            <a:cxnLst/>
            <a:rect l="l" t="t" r="r" b="b"/>
            <a:pathLst>
              <a:path w="85859" h="85859">
                <a:moveTo>
                  <a:pt x="42930" y="0"/>
                </a:moveTo>
                <a:lnTo>
                  <a:pt x="42930" y="0"/>
                </a:lnTo>
                <a:cubicBezTo>
                  <a:pt x="66623" y="0"/>
                  <a:pt x="85859" y="19236"/>
                  <a:pt x="85859" y="42930"/>
                </a:cubicBezTo>
                <a:lnTo>
                  <a:pt x="85859" y="42930"/>
                </a:lnTo>
                <a:cubicBezTo>
                  <a:pt x="85859" y="66623"/>
                  <a:pt x="66623" y="85859"/>
                  <a:pt x="42930" y="85859"/>
                </a:cubicBezTo>
                <a:lnTo>
                  <a:pt x="42930" y="85859"/>
                </a:lnTo>
                <a:cubicBezTo>
                  <a:pt x="19236" y="85859"/>
                  <a:pt x="0" y="66623"/>
                  <a:pt x="0" y="42930"/>
                </a:cubicBezTo>
                <a:lnTo>
                  <a:pt x="0" y="42930"/>
                </a:lnTo>
                <a:cubicBezTo>
                  <a:pt x="0" y="19236"/>
                  <a:pt x="19236" y="0"/>
                  <a:pt x="4293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692172" y="413164"/>
            <a:ext cx="1921099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spc="59" kern="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3369" y="826326"/>
            <a:ext cx="11762704" cy="64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5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AI QA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3369" y="1556027"/>
            <a:ext cx="11612451" cy="3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Six-stage pipeline from knowledge capture to intelligent test generation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6086" y="1945077"/>
            <a:ext cx="11501975" cy="2589795"/>
          </a:xfrm>
          <a:custGeom>
            <a:avLst/>
            <a:gdLst/>
            <a:ahLst/>
            <a:cxnLst/>
            <a:rect l="l" t="t" r="r" b="b"/>
            <a:pathLst>
              <a:path w="11501975" h="2589795">
                <a:moveTo>
                  <a:pt x="128790" y="0"/>
                </a:moveTo>
                <a:lnTo>
                  <a:pt x="11373184" y="0"/>
                </a:lnTo>
                <a:cubicBezTo>
                  <a:pt x="11444313" y="0"/>
                  <a:pt x="11501975" y="57661"/>
                  <a:pt x="11501975" y="128790"/>
                </a:cubicBezTo>
                <a:lnTo>
                  <a:pt x="11501975" y="2461004"/>
                </a:lnTo>
                <a:cubicBezTo>
                  <a:pt x="11501975" y="2532133"/>
                  <a:pt x="11444313" y="2589795"/>
                  <a:pt x="11373184" y="2589795"/>
                </a:cubicBezTo>
                <a:lnTo>
                  <a:pt x="128790" y="2589795"/>
                </a:lnTo>
                <a:cubicBezTo>
                  <a:pt x="57661" y="2589795"/>
                  <a:pt x="0" y="2532133"/>
                  <a:pt x="0" y="2461004"/>
                </a:cubicBezTo>
                <a:lnTo>
                  <a:pt x="0" y="128790"/>
                </a:lnTo>
                <a:cubicBezTo>
                  <a:pt x="0" y="57709"/>
                  <a:pt x="57709" y="0"/>
                  <a:pt x="128790" y="0"/>
                </a:cubicBezTo>
                <a:close/>
              </a:path>
            </a:pathLst>
          </a:custGeom>
          <a:solidFill>
            <a:srgbClr val="1F2937">
              <a:alpha val="60000"/>
            </a:srgbClr>
          </a:solidFill>
          <a:ln w="8038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6707" y="2162442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2563EB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59873" y="2346971"/>
            <a:ext cx="241479" cy="321972"/>
          </a:xfrm>
          <a:custGeom>
            <a:avLst/>
            <a:gdLst/>
            <a:ahLst/>
            <a:cxnLst/>
            <a:rect l="l" t="t" r="r" b="b"/>
            <a:pathLst>
              <a:path w="241479" h="321972">
                <a:moveTo>
                  <a:pt x="0" y="40246"/>
                </a:moveTo>
                <a:cubicBezTo>
                  <a:pt x="0" y="18048"/>
                  <a:pt x="18048" y="0"/>
                  <a:pt x="40246" y="0"/>
                </a:cubicBezTo>
                <a:lnTo>
                  <a:pt x="134260" y="0"/>
                </a:lnTo>
                <a:cubicBezTo>
                  <a:pt x="144950" y="0"/>
                  <a:pt x="155200" y="4213"/>
                  <a:pt x="162747" y="11760"/>
                </a:cubicBezTo>
                <a:lnTo>
                  <a:pt x="229719" y="78795"/>
                </a:lnTo>
                <a:cubicBezTo>
                  <a:pt x="237266" y="86341"/>
                  <a:pt x="241479" y="96592"/>
                  <a:pt x="241479" y="107282"/>
                </a:cubicBezTo>
                <a:lnTo>
                  <a:pt x="241479" y="281725"/>
                </a:lnTo>
                <a:cubicBezTo>
                  <a:pt x="241479" y="303924"/>
                  <a:pt x="223431" y="321972"/>
                  <a:pt x="201232" y="321972"/>
                </a:cubicBezTo>
                <a:lnTo>
                  <a:pt x="40246" y="321972"/>
                </a:lnTo>
                <a:cubicBezTo>
                  <a:pt x="18048" y="321972"/>
                  <a:pt x="0" y="303924"/>
                  <a:pt x="0" y="281725"/>
                </a:cubicBezTo>
                <a:lnTo>
                  <a:pt x="0" y="40246"/>
                </a:lnTo>
                <a:close/>
                <a:moveTo>
                  <a:pt x="130801" y="36788"/>
                </a:moveTo>
                <a:lnTo>
                  <a:pt x="130801" y="95585"/>
                </a:lnTo>
                <a:cubicBezTo>
                  <a:pt x="130801" y="103949"/>
                  <a:pt x="137530" y="110678"/>
                  <a:pt x="145893" y="110678"/>
                </a:cubicBezTo>
                <a:lnTo>
                  <a:pt x="204691" y="110678"/>
                </a:lnTo>
                <a:lnTo>
                  <a:pt x="130801" y="36788"/>
                </a:lnTo>
                <a:close/>
                <a:moveTo>
                  <a:pt x="75462" y="160986"/>
                </a:moveTo>
                <a:cubicBezTo>
                  <a:pt x="67098" y="160986"/>
                  <a:pt x="60370" y="167715"/>
                  <a:pt x="60370" y="176078"/>
                </a:cubicBezTo>
                <a:cubicBezTo>
                  <a:pt x="60370" y="184442"/>
                  <a:pt x="67098" y="191171"/>
                  <a:pt x="75462" y="191171"/>
                </a:cubicBezTo>
                <a:lnTo>
                  <a:pt x="166017" y="191171"/>
                </a:lnTo>
                <a:cubicBezTo>
                  <a:pt x="174380" y="191171"/>
                  <a:pt x="181109" y="184442"/>
                  <a:pt x="181109" y="176078"/>
                </a:cubicBezTo>
                <a:cubicBezTo>
                  <a:pt x="181109" y="167715"/>
                  <a:pt x="174380" y="160986"/>
                  <a:pt x="166017" y="160986"/>
                </a:cubicBezTo>
                <a:lnTo>
                  <a:pt x="75462" y="160986"/>
                </a:lnTo>
                <a:close/>
                <a:moveTo>
                  <a:pt x="75462" y="221356"/>
                </a:moveTo>
                <a:cubicBezTo>
                  <a:pt x="67098" y="221356"/>
                  <a:pt x="60370" y="228084"/>
                  <a:pt x="60370" y="236448"/>
                </a:cubicBezTo>
                <a:cubicBezTo>
                  <a:pt x="60370" y="244812"/>
                  <a:pt x="67098" y="251540"/>
                  <a:pt x="75462" y="251540"/>
                </a:cubicBezTo>
                <a:lnTo>
                  <a:pt x="166017" y="251540"/>
                </a:lnTo>
                <a:cubicBezTo>
                  <a:pt x="174380" y="251540"/>
                  <a:pt x="181109" y="244812"/>
                  <a:pt x="181109" y="236448"/>
                </a:cubicBezTo>
                <a:cubicBezTo>
                  <a:pt x="181109" y="228084"/>
                  <a:pt x="174380" y="221356"/>
                  <a:pt x="166017" y="221356"/>
                </a:cubicBezTo>
                <a:lnTo>
                  <a:pt x="75462" y="2213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20521" y="2977985"/>
            <a:ext cx="1519707" cy="515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Standardize Knowledge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1254" y="3535916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test cases to structured documents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3675" y="3975826"/>
            <a:ext cx="935865" cy="343437"/>
          </a:xfrm>
          <a:custGeom>
            <a:avLst/>
            <a:gdLst/>
            <a:ahLst/>
            <a:cxnLst/>
            <a:rect l="l" t="t" r="r" b="b"/>
            <a:pathLst>
              <a:path w="935865" h="343437">
                <a:moveTo>
                  <a:pt x="171718" y="0"/>
                </a:moveTo>
                <a:lnTo>
                  <a:pt x="764146" y="0"/>
                </a:lnTo>
                <a:cubicBezTo>
                  <a:pt x="858984" y="0"/>
                  <a:pt x="935865" y="76881"/>
                  <a:pt x="935865" y="171718"/>
                </a:cubicBezTo>
                <a:lnTo>
                  <a:pt x="935865" y="171718"/>
                </a:lnTo>
                <a:cubicBezTo>
                  <a:pt x="935865" y="266556"/>
                  <a:pt x="858984" y="343437"/>
                  <a:pt x="764146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42396" y="4089348"/>
            <a:ext cx="739839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YAML/JSON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165352" y="3111970"/>
            <a:ext cx="160986" cy="257577"/>
          </a:xfrm>
          <a:custGeom>
            <a:avLst/>
            <a:gdLst/>
            <a:ahLst/>
            <a:cxnLst/>
            <a:rect l="l" t="t" r="r" b="b"/>
            <a:pathLst>
              <a:path w="160986" h="257577">
                <a:moveTo>
                  <a:pt x="156508" y="117419"/>
                </a:moveTo>
                <a:cubicBezTo>
                  <a:pt x="162797" y="123708"/>
                  <a:pt x="162797" y="133920"/>
                  <a:pt x="156508" y="140209"/>
                </a:cubicBezTo>
                <a:lnTo>
                  <a:pt x="59917" y="236800"/>
                </a:lnTo>
                <a:cubicBezTo>
                  <a:pt x="53628" y="243089"/>
                  <a:pt x="43416" y="243089"/>
                  <a:pt x="37127" y="236800"/>
                </a:cubicBezTo>
                <a:cubicBezTo>
                  <a:pt x="30839" y="230512"/>
                  <a:pt x="30839" y="220299"/>
                  <a:pt x="37127" y="214011"/>
                </a:cubicBezTo>
                <a:lnTo>
                  <a:pt x="122349" y="128789"/>
                </a:lnTo>
                <a:lnTo>
                  <a:pt x="37178" y="43567"/>
                </a:lnTo>
                <a:cubicBezTo>
                  <a:pt x="30889" y="37278"/>
                  <a:pt x="30889" y="27066"/>
                  <a:pt x="37178" y="20777"/>
                </a:cubicBezTo>
                <a:cubicBezTo>
                  <a:pt x="43466" y="14489"/>
                  <a:pt x="53679" y="14489"/>
                  <a:pt x="59967" y="20777"/>
                </a:cubicBezTo>
                <a:lnTo>
                  <a:pt x="156559" y="11736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2863868" y="2162442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2563EB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006541" y="2346971"/>
            <a:ext cx="402465" cy="321972"/>
          </a:xfrm>
          <a:custGeom>
            <a:avLst/>
            <a:gdLst/>
            <a:ahLst/>
            <a:cxnLst/>
            <a:rect l="l" t="t" r="r" b="b"/>
            <a:pathLst>
              <a:path w="402465" h="321972">
                <a:moveTo>
                  <a:pt x="261539" y="132373"/>
                </a:moveTo>
                <a:cubicBezTo>
                  <a:pt x="269211" y="130298"/>
                  <a:pt x="277261" y="133945"/>
                  <a:pt x="280719" y="141051"/>
                </a:cubicBezTo>
                <a:lnTo>
                  <a:pt x="292416" y="164696"/>
                </a:lnTo>
                <a:cubicBezTo>
                  <a:pt x="298893" y="165577"/>
                  <a:pt x="305244" y="167337"/>
                  <a:pt x="311218" y="169790"/>
                </a:cubicBezTo>
                <a:lnTo>
                  <a:pt x="333228" y="155138"/>
                </a:lnTo>
                <a:cubicBezTo>
                  <a:pt x="339831" y="150736"/>
                  <a:pt x="348572" y="151616"/>
                  <a:pt x="354169" y="157213"/>
                </a:cubicBezTo>
                <a:lnTo>
                  <a:pt x="366243" y="169287"/>
                </a:lnTo>
                <a:cubicBezTo>
                  <a:pt x="371840" y="174884"/>
                  <a:pt x="372720" y="183687"/>
                  <a:pt x="368318" y="190227"/>
                </a:cubicBezTo>
                <a:lnTo>
                  <a:pt x="353666" y="212174"/>
                </a:lnTo>
                <a:cubicBezTo>
                  <a:pt x="354861" y="215130"/>
                  <a:pt x="355930" y="218211"/>
                  <a:pt x="356810" y="221419"/>
                </a:cubicBezTo>
                <a:cubicBezTo>
                  <a:pt x="357691" y="224626"/>
                  <a:pt x="358257" y="227770"/>
                  <a:pt x="358697" y="230977"/>
                </a:cubicBezTo>
                <a:lnTo>
                  <a:pt x="382404" y="242674"/>
                </a:lnTo>
                <a:cubicBezTo>
                  <a:pt x="389510" y="246195"/>
                  <a:pt x="393158" y="254245"/>
                  <a:pt x="391083" y="261854"/>
                </a:cubicBezTo>
                <a:lnTo>
                  <a:pt x="386681" y="278330"/>
                </a:lnTo>
                <a:cubicBezTo>
                  <a:pt x="384605" y="285939"/>
                  <a:pt x="377499" y="291095"/>
                  <a:pt x="369576" y="290592"/>
                </a:cubicBezTo>
                <a:lnTo>
                  <a:pt x="343164" y="288894"/>
                </a:lnTo>
                <a:cubicBezTo>
                  <a:pt x="339202" y="293988"/>
                  <a:pt x="334612" y="298704"/>
                  <a:pt x="329392" y="302729"/>
                </a:cubicBezTo>
                <a:lnTo>
                  <a:pt x="331090" y="329078"/>
                </a:lnTo>
                <a:cubicBezTo>
                  <a:pt x="331593" y="337001"/>
                  <a:pt x="326437" y="344170"/>
                  <a:pt x="318828" y="346183"/>
                </a:cubicBezTo>
                <a:lnTo>
                  <a:pt x="302352" y="350585"/>
                </a:lnTo>
                <a:cubicBezTo>
                  <a:pt x="294680" y="352660"/>
                  <a:pt x="286693" y="349012"/>
                  <a:pt x="283172" y="341906"/>
                </a:cubicBezTo>
                <a:lnTo>
                  <a:pt x="271475" y="318262"/>
                </a:lnTo>
                <a:cubicBezTo>
                  <a:pt x="264998" y="317381"/>
                  <a:pt x="258647" y="315620"/>
                  <a:pt x="252672" y="313168"/>
                </a:cubicBezTo>
                <a:lnTo>
                  <a:pt x="230663" y="327820"/>
                </a:lnTo>
                <a:cubicBezTo>
                  <a:pt x="224060" y="332222"/>
                  <a:pt x="215319" y="331342"/>
                  <a:pt x="209722" y="325745"/>
                </a:cubicBezTo>
                <a:lnTo>
                  <a:pt x="197648" y="313671"/>
                </a:lnTo>
                <a:cubicBezTo>
                  <a:pt x="192051" y="308074"/>
                  <a:pt x="191171" y="299333"/>
                  <a:pt x="195573" y="292730"/>
                </a:cubicBezTo>
                <a:lnTo>
                  <a:pt x="210225" y="270720"/>
                </a:lnTo>
                <a:cubicBezTo>
                  <a:pt x="209030" y="267765"/>
                  <a:pt x="207961" y="264683"/>
                  <a:pt x="207081" y="261476"/>
                </a:cubicBezTo>
                <a:cubicBezTo>
                  <a:pt x="206200" y="258269"/>
                  <a:pt x="205634" y="255062"/>
                  <a:pt x="205194" y="251918"/>
                </a:cubicBezTo>
                <a:lnTo>
                  <a:pt x="181486" y="240221"/>
                </a:lnTo>
                <a:cubicBezTo>
                  <a:pt x="174380" y="236700"/>
                  <a:pt x="170796" y="228650"/>
                  <a:pt x="172808" y="221041"/>
                </a:cubicBezTo>
                <a:lnTo>
                  <a:pt x="177210" y="204565"/>
                </a:lnTo>
                <a:cubicBezTo>
                  <a:pt x="179285" y="196956"/>
                  <a:pt x="186392" y="191800"/>
                  <a:pt x="194315" y="192303"/>
                </a:cubicBezTo>
                <a:lnTo>
                  <a:pt x="220664" y="194001"/>
                </a:lnTo>
                <a:cubicBezTo>
                  <a:pt x="224626" y="188907"/>
                  <a:pt x="229216" y="184191"/>
                  <a:pt x="234436" y="180166"/>
                </a:cubicBezTo>
                <a:lnTo>
                  <a:pt x="232738" y="153880"/>
                </a:lnTo>
                <a:cubicBezTo>
                  <a:pt x="232235" y="145956"/>
                  <a:pt x="237391" y="138787"/>
                  <a:pt x="245000" y="136775"/>
                </a:cubicBezTo>
                <a:lnTo>
                  <a:pt x="261476" y="132373"/>
                </a:lnTo>
                <a:close/>
                <a:moveTo>
                  <a:pt x="281977" y="213809"/>
                </a:moveTo>
                <a:cubicBezTo>
                  <a:pt x="266706" y="213827"/>
                  <a:pt x="254322" y="226239"/>
                  <a:pt x="254339" y="241510"/>
                </a:cubicBezTo>
                <a:cubicBezTo>
                  <a:pt x="254356" y="256782"/>
                  <a:pt x="266769" y="269166"/>
                  <a:pt x="282040" y="269148"/>
                </a:cubicBezTo>
                <a:cubicBezTo>
                  <a:pt x="297311" y="269131"/>
                  <a:pt x="309695" y="256719"/>
                  <a:pt x="309678" y="241447"/>
                </a:cubicBezTo>
                <a:cubicBezTo>
                  <a:pt x="309660" y="226176"/>
                  <a:pt x="297248" y="213792"/>
                  <a:pt x="281977" y="213809"/>
                </a:cubicBezTo>
                <a:close/>
                <a:moveTo>
                  <a:pt x="141429" y="-28613"/>
                </a:moveTo>
                <a:lnTo>
                  <a:pt x="157905" y="-24211"/>
                </a:lnTo>
                <a:cubicBezTo>
                  <a:pt x="165514" y="-22136"/>
                  <a:pt x="170670" y="-14967"/>
                  <a:pt x="170167" y="-7106"/>
                </a:cubicBezTo>
                <a:lnTo>
                  <a:pt x="168469" y="19180"/>
                </a:lnTo>
                <a:cubicBezTo>
                  <a:pt x="173689" y="23205"/>
                  <a:pt x="178279" y="27858"/>
                  <a:pt x="182241" y="33015"/>
                </a:cubicBezTo>
                <a:lnTo>
                  <a:pt x="208653" y="31317"/>
                </a:lnTo>
                <a:cubicBezTo>
                  <a:pt x="216513" y="30814"/>
                  <a:pt x="223682" y="35970"/>
                  <a:pt x="225758" y="43579"/>
                </a:cubicBezTo>
                <a:lnTo>
                  <a:pt x="230160" y="60055"/>
                </a:lnTo>
                <a:cubicBezTo>
                  <a:pt x="232172" y="67664"/>
                  <a:pt x="228587" y="75714"/>
                  <a:pt x="221481" y="79235"/>
                </a:cubicBezTo>
                <a:lnTo>
                  <a:pt x="197774" y="90932"/>
                </a:lnTo>
                <a:cubicBezTo>
                  <a:pt x="197334" y="94139"/>
                  <a:pt x="196705" y="97346"/>
                  <a:pt x="195887" y="100490"/>
                </a:cubicBezTo>
                <a:cubicBezTo>
                  <a:pt x="195070" y="103635"/>
                  <a:pt x="193938" y="106779"/>
                  <a:pt x="192743" y="109735"/>
                </a:cubicBezTo>
                <a:lnTo>
                  <a:pt x="207395" y="131744"/>
                </a:lnTo>
                <a:cubicBezTo>
                  <a:pt x="211797" y="138347"/>
                  <a:pt x="210917" y="147088"/>
                  <a:pt x="205320" y="152685"/>
                </a:cubicBezTo>
                <a:lnTo>
                  <a:pt x="193246" y="164759"/>
                </a:lnTo>
                <a:cubicBezTo>
                  <a:pt x="187649" y="170356"/>
                  <a:pt x="178908" y="171236"/>
                  <a:pt x="172305" y="166834"/>
                </a:cubicBezTo>
                <a:lnTo>
                  <a:pt x="150295" y="152182"/>
                </a:lnTo>
                <a:cubicBezTo>
                  <a:pt x="144321" y="154635"/>
                  <a:pt x="137970" y="156395"/>
                  <a:pt x="131493" y="157276"/>
                </a:cubicBezTo>
                <a:lnTo>
                  <a:pt x="119796" y="180920"/>
                </a:lnTo>
                <a:cubicBezTo>
                  <a:pt x="116275" y="188027"/>
                  <a:pt x="108225" y="191611"/>
                  <a:pt x="100616" y="189599"/>
                </a:cubicBezTo>
                <a:lnTo>
                  <a:pt x="84140" y="185197"/>
                </a:lnTo>
                <a:cubicBezTo>
                  <a:pt x="76468" y="183121"/>
                  <a:pt x="71375" y="175953"/>
                  <a:pt x="71878" y="168092"/>
                </a:cubicBezTo>
                <a:lnTo>
                  <a:pt x="73576" y="141743"/>
                </a:lnTo>
                <a:cubicBezTo>
                  <a:pt x="68356" y="137718"/>
                  <a:pt x="63766" y="133065"/>
                  <a:pt x="59804" y="127908"/>
                </a:cubicBezTo>
                <a:lnTo>
                  <a:pt x="33392" y="129606"/>
                </a:lnTo>
                <a:cubicBezTo>
                  <a:pt x="25531" y="130109"/>
                  <a:pt x="18362" y="124953"/>
                  <a:pt x="16287" y="117344"/>
                </a:cubicBezTo>
                <a:lnTo>
                  <a:pt x="11885" y="100868"/>
                </a:lnTo>
                <a:cubicBezTo>
                  <a:pt x="9873" y="93259"/>
                  <a:pt x="13457" y="85209"/>
                  <a:pt x="20563" y="81688"/>
                </a:cubicBezTo>
                <a:lnTo>
                  <a:pt x="44271" y="69991"/>
                </a:lnTo>
                <a:cubicBezTo>
                  <a:pt x="44711" y="66784"/>
                  <a:pt x="45340" y="63640"/>
                  <a:pt x="46158" y="60433"/>
                </a:cubicBezTo>
                <a:cubicBezTo>
                  <a:pt x="47038" y="57225"/>
                  <a:pt x="48044" y="54144"/>
                  <a:pt x="49302" y="51188"/>
                </a:cubicBezTo>
                <a:lnTo>
                  <a:pt x="34650" y="29242"/>
                </a:lnTo>
                <a:cubicBezTo>
                  <a:pt x="30248" y="22639"/>
                  <a:pt x="31128" y="13898"/>
                  <a:pt x="36725" y="8301"/>
                </a:cubicBezTo>
                <a:lnTo>
                  <a:pt x="48799" y="-3773"/>
                </a:lnTo>
                <a:cubicBezTo>
                  <a:pt x="54396" y="-9370"/>
                  <a:pt x="63137" y="-10250"/>
                  <a:pt x="69740" y="-5848"/>
                </a:cubicBezTo>
                <a:lnTo>
                  <a:pt x="91749" y="8804"/>
                </a:lnTo>
                <a:cubicBezTo>
                  <a:pt x="97723" y="6351"/>
                  <a:pt x="104075" y="4591"/>
                  <a:pt x="110552" y="3710"/>
                </a:cubicBezTo>
                <a:lnTo>
                  <a:pt x="122249" y="-19935"/>
                </a:lnTo>
                <a:cubicBezTo>
                  <a:pt x="125770" y="-27041"/>
                  <a:pt x="133757" y="-30625"/>
                  <a:pt x="141429" y="-28613"/>
                </a:cubicBezTo>
                <a:close/>
                <a:moveTo>
                  <a:pt x="120991" y="52824"/>
                </a:moveTo>
                <a:cubicBezTo>
                  <a:pt x="105720" y="52824"/>
                  <a:pt x="93322" y="65222"/>
                  <a:pt x="93322" y="80493"/>
                </a:cubicBezTo>
                <a:cubicBezTo>
                  <a:pt x="93322" y="95764"/>
                  <a:pt x="105720" y="108162"/>
                  <a:pt x="120991" y="108162"/>
                </a:cubicBezTo>
                <a:cubicBezTo>
                  <a:pt x="136262" y="108162"/>
                  <a:pt x="148660" y="95764"/>
                  <a:pt x="148660" y="80493"/>
                </a:cubicBezTo>
                <a:cubicBezTo>
                  <a:pt x="148660" y="65222"/>
                  <a:pt x="136262" y="52824"/>
                  <a:pt x="120991" y="528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2447597" y="2977985"/>
            <a:ext cx="1519707" cy="515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Modernize Automation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458330" y="3535916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Selenium → Playwright migration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0921" y="3975826"/>
            <a:ext cx="935865" cy="343437"/>
          </a:xfrm>
          <a:custGeom>
            <a:avLst/>
            <a:gdLst/>
            <a:ahLst/>
            <a:cxnLst/>
            <a:rect l="l" t="t" r="r" b="b"/>
            <a:pathLst>
              <a:path w="935865" h="343437">
                <a:moveTo>
                  <a:pt x="171718" y="0"/>
                </a:moveTo>
                <a:lnTo>
                  <a:pt x="764146" y="0"/>
                </a:lnTo>
                <a:cubicBezTo>
                  <a:pt x="858984" y="0"/>
                  <a:pt x="935865" y="76881"/>
                  <a:pt x="935865" y="171718"/>
                </a:cubicBezTo>
                <a:lnTo>
                  <a:pt x="935865" y="171718"/>
                </a:lnTo>
                <a:cubicBezTo>
                  <a:pt x="935865" y="266556"/>
                  <a:pt x="858984" y="343437"/>
                  <a:pt x="764146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869642" y="4089348"/>
            <a:ext cx="739584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• Fast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92513" y="3111970"/>
            <a:ext cx="160986" cy="257577"/>
          </a:xfrm>
          <a:custGeom>
            <a:avLst/>
            <a:gdLst/>
            <a:ahLst/>
            <a:cxnLst/>
            <a:rect l="l" t="t" r="r" b="b"/>
            <a:pathLst>
              <a:path w="160986" h="257577">
                <a:moveTo>
                  <a:pt x="156508" y="117419"/>
                </a:moveTo>
                <a:cubicBezTo>
                  <a:pt x="162797" y="123708"/>
                  <a:pt x="162797" y="133920"/>
                  <a:pt x="156508" y="140209"/>
                </a:cubicBezTo>
                <a:lnTo>
                  <a:pt x="59917" y="236800"/>
                </a:lnTo>
                <a:cubicBezTo>
                  <a:pt x="53628" y="243089"/>
                  <a:pt x="43416" y="243089"/>
                  <a:pt x="37127" y="236800"/>
                </a:cubicBezTo>
                <a:cubicBezTo>
                  <a:pt x="30839" y="230512"/>
                  <a:pt x="30839" y="220299"/>
                  <a:pt x="37127" y="214011"/>
                </a:cubicBezTo>
                <a:lnTo>
                  <a:pt x="122349" y="128789"/>
                </a:lnTo>
                <a:lnTo>
                  <a:pt x="37178" y="43567"/>
                </a:lnTo>
                <a:cubicBezTo>
                  <a:pt x="30889" y="37278"/>
                  <a:pt x="30889" y="27066"/>
                  <a:pt x="37178" y="20777"/>
                </a:cubicBezTo>
                <a:cubicBezTo>
                  <a:pt x="43466" y="14489"/>
                  <a:pt x="53679" y="14489"/>
                  <a:pt x="59967" y="20777"/>
                </a:cubicBezTo>
                <a:lnTo>
                  <a:pt x="156559" y="11736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4790944" y="2162442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2563EB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73864" y="2346971"/>
            <a:ext cx="321972" cy="321972"/>
          </a:xfrm>
          <a:custGeom>
            <a:avLst/>
            <a:gdLst/>
            <a:ahLst/>
            <a:cxnLst/>
            <a:rect l="l" t="t" r="r" b="b"/>
            <a:pathLst>
              <a:path w="321972" h="321972">
                <a:moveTo>
                  <a:pt x="120739" y="40246"/>
                </a:moveTo>
                <a:cubicBezTo>
                  <a:pt x="120739" y="29116"/>
                  <a:pt x="129732" y="20123"/>
                  <a:pt x="140863" y="20123"/>
                </a:cubicBezTo>
                <a:lnTo>
                  <a:pt x="181109" y="20123"/>
                </a:lnTo>
                <a:cubicBezTo>
                  <a:pt x="192240" y="20123"/>
                  <a:pt x="201232" y="29116"/>
                  <a:pt x="201232" y="40246"/>
                </a:cubicBezTo>
                <a:lnTo>
                  <a:pt x="201232" y="80493"/>
                </a:lnTo>
                <a:cubicBezTo>
                  <a:pt x="201232" y="91624"/>
                  <a:pt x="192240" y="100616"/>
                  <a:pt x="181109" y="100616"/>
                </a:cubicBezTo>
                <a:lnTo>
                  <a:pt x="176078" y="100616"/>
                </a:lnTo>
                <a:lnTo>
                  <a:pt x="176078" y="140863"/>
                </a:lnTo>
                <a:lnTo>
                  <a:pt x="251540" y="140863"/>
                </a:lnTo>
                <a:cubicBezTo>
                  <a:pt x="276569" y="140863"/>
                  <a:pt x="296818" y="161112"/>
                  <a:pt x="296818" y="186140"/>
                </a:cubicBezTo>
                <a:lnTo>
                  <a:pt x="296818" y="221356"/>
                </a:lnTo>
                <a:lnTo>
                  <a:pt x="301849" y="221356"/>
                </a:lnTo>
                <a:cubicBezTo>
                  <a:pt x="312979" y="221356"/>
                  <a:pt x="321972" y="230348"/>
                  <a:pt x="321972" y="241479"/>
                </a:cubicBezTo>
                <a:lnTo>
                  <a:pt x="321972" y="281725"/>
                </a:lnTo>
                <a:cubicBezTo>
                  <a:pt x="321972" y="292856"/>
                  <a:pt x="312979" y="301849"/>
                  <a:pt x="301849" y="301849"/>
                </a:cubicBezTo>
                <a:lnTo>
                  <a:pt x="261602" y="301849"/>
                </a:lnTo>
                <a:cubicBezTo>
                  <a:pt x="250471" y="301849"/>
                  <a:pt x="241479" y="292856"/>
                  <a:pt x="241479" y="281725"/>
                </a:cubicBezTo>
                <a:lnTo>
                  <a:pt x="241479" y="241479"/>
                </a:lnTo>
                <a:cubicBezTo>
                  <a:pt x="241479" y="230348"/>
                  <a:pt x="250471" y="221356"/>
                  <a:pt x="261602" y="221356"/>
                </a:cubicBezTo>
                <a:lnTo>
                  <a:pt x="266633" y="221356"/>
                </a:lnTo>
                <a:lnTo>
                  <a:pt x="266633" y="186140"/>
                </a:lnTo>
                <a:cubicBezTo>
                  <a:pt x="266633" y="177776"/>
                  <a:pt x="259904" y="171048"/>
                  <a:pt x="251540" y="171048"/>
                </a:cubicBezTo>
                <a:lnTo>
                  <a:pt x="176078" y="171048"/>
                </a:lnTo>
                <a:lnTo>
                  <a:pt x="176078" y="221356"/>
                </a:lnTo>
                <a:lnTo>
                  <a:pt x="181109" y="221356"/>
                </a:lnTo>
                <a:cubicBezTo>
                  <a:pt x="192240" y="221356"/>
                  <a:pt x="201232" y="230348"/>
                  <a:pt x="201232" y="241479"/>
                </a:cubicBezTo>
                <a:lnTo>
                  <a:pt x="201232" y="281725"/>
                </a:lnTo>
                <a:cubicBezTo>
                  <a:pt x="201232" y="292856"/>
                  <a:pt x="192240" y="301849"/>
                  <a:pt x="181109" y="301849"/>
                </a:cubicBezTo>
                <a:lnTo>
                  <a:pt x="140863" y="301849"/>
                </a:lnTo>
                <a:cubicBezTo>
                  <a:pt x="129732" y="301849"/>
                  <a:pt x="120739" y="292856"/>
                  <a:pt x="120739" y="281725"/>
                </a:cubicBezTo>
                <a:lnTo>
                  <a:pt x="120739" y="241479"/>
                </a:lnTo>
                <a:cubicBezTo>
                  <a:pt x="120739" y="230348"/>
                  <a:pt x="129732" y="221356"/>
                  <a:pt x="140863" y="221356"/>
                </a:cubicBezTo>
                <a:lnTo>
                  <a:pt x="145893" y="221356"/>
                </a:lnTo>
                <a:lnTo>
                  <a:pt x="145893" y="171048"/>
                </a:lnTo>
                <a:lnTo>
                  <a:pt x="70431" y="171048"/>
                </a:lnTo>
                <a:cubicBezTo>
                  <a:pt x="62068" y="171048"/>
                  <a:pt x="55339" y="177776"/>
                  <a:pt x="55339" y="186140"/>
                </a:cubicBezTo>
                <a:lnTo>
                  <a:pt x="55339" y="221356"/>
                </a:lnTo>
                <a:lnTo>
                  <a:pt x="60370" y="221356"/>
                </a:lnTo>
                <a:cubicBezTo>
                  <a:pt x="71500" y="221356"/>
                  <a:pt x="80493" y="230348"/>
                  <a:pt x="80493" y="241479"/>
                </a:cubicBezTo>
                <a:lnTo>
                  <a:pt x="80493" y="281725"/>
                </a:lnTo>
                <a:cubicBezTo>
                  <a:pt x="80493" y="292856"/>
                  <a:pt x="71500" y="301849"/>
                  <a:pt x="60370" y="301849"/>
                </a:cubicBezTo>
                <a:lnTo>
                  <a:pt x="20123" y="301849"/>
                </a:lnTo>
                <a:cubicBezTo>
                  <a:pt x="8993" y="301849"/>
                  <a:pt x="0" y="292856"/>
                  <a:pt x="0" y="281725"/>
                </a:cubicBezTo>
                <a:lnTo>
                  <a:pt x="0" y="241479"/>
                </a:lnTo>
                <a:cubicBezTo>
                  <a:pt x="0" y="230348"/>
                  <a:pt x="8993" y="221356"/>
                  <a:pt x="20123" y="221356"/>
                </a:cubicBezTo>
                <a:lnTo>
                  <a:pt x="25154" y="221356"/>
                </a:lnTo>
                <a:lnTo>
                  <a:pt x="25154" y="186140"/>
                </a:lnTo>
                <a:cubicBezTo>
                  <a:pt x="25154" y="161112"/>
                  <a:pt x="45403" y="140863"/>
                  <a:pt x="70431" y="140863"/>
                </a:cubicBezTo>
                <a:lnTo>
                  <a:pt x="145893" y="140863"/>
                </a:lnTo>
                <a:lnTo>
                  <a:pt x="145893" y="100616"/>
                </a:lnTo>
                <a:lnTo>
                  <a:pt x="140863" y="100616"/>
                </a:lnTo>
                <a:cubicBezTo>
                  <a:pt x="129732" y="100616"/>
                  <a:pt x="120739" y="91624"/>
                  <a:pt x="120739" y="80493"/>
                </a:cubicBezTo>
                <a:lnTo>
                  <a:pt x="120739" y="4024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374758" y="2977985"/>
            <a:ext cx="1519707" cy="515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Map UI Intelligence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385491" y="3535916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elements + locators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84532" y="3975826"/>
            <a:ext cx="1098997" cy="343437"/>
          </a:xfrm>
          <a:custGeom>
            <a:avLst/>
            <a:gdLst/>
            <a:ahLst/>
            <a:cxnLst/>
            <a:rect l="l" t="t" r="r" b="b"/>
            <a:pathLst>
              <a:path w="1098997" h="343437">
                <a:moveTo>
                  <a:pt x="171718" y="0"/>
                </a:moveTo>
                <a:lnTo>
                  <a:pt x="927279" y="0"/>
                </a:lnTo>
                <a:cubicBezTo>
                  <a:pt x="1022116" y="0"/>
                  <a:pt x="1098997" y="76881"/>
                  <a:pt x="1098997" y="171718"/>
                </a:cubicBezTo>
                <a:lnTo>
                  <a:pt x="1098997" y="171718"/>
                </a:lnTo>
                <a:cubicBezTo>
                  <a:pt x="1098997" y="266556"/>
                  <a:pt x="1022116" y="343437"/>
                  <a:pt x="927279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713253" y="4089348"/>
            <a:ext cx="906684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Locators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019589" y="3111970"/>
            <a:ext cx="160986" cy="257577"/>
          </a:xfrm>
          <a:custGeom>
            <a:avLst/>
            <a:gdLst/>
            <a:ahLst/>
            <a:cxnLst/>
            <a:rect l="l" t="t" r="r" b="b"/>
            <a:pathLst>
              <a:path w="160986" h="257577">
                <a:moveTo>
                  <a:pt x="156508" y="117419"/>
                </a:moveTo>
                <a:cubicBezTo>
                  <a:pt x="162797" y="123708"/>
                  <a:pt x="162797" y="133920"/>
                  <a:pt x="156508" y="140209"/>
                </a:cubicBezTo>
                <a:lnTo>
                  <a:pt x="59917" y="236800"/>
                </a:lnTo>
                <a:cubicBezTo>
                  <a:pt x="53628" y="243089"/>
                  <a:pt x="43416" y="243089"/>
                  <a:pt x="37127" y="236800"/>
                </a:cubicBezTo>
                <a:cubicBezTo>
                  <a:pt x="30839" y="230512"/>
                  <a:pt x="30839" y="220299"/>
                  <a:pt x="37127" y="214011"/>
                </a:cubicBezTo>
                <a:lnTo>
                  <a:pt x="122349" y="128789"/>
                </a:lnTo>
                <a:lnTo>
                  <a:pt x="37178" y="43567"/>
                </a:lnTo>
                <a:cubicBezTo>
                  <a:pt x="30889" y="37278"/>
                  <a:pt x="30889" y="27066"/>
                  <a:pt x="37178" y="20777"/>
                </a:cubicBezTo>
                <a:cubicBezTo>
                  <a:pt x="43466" y="14489"/>
                  <a:pt x="53679" y="14489"/>
                  <a:pt x="59967" y="20777"/>
                </a:cubicBezTo>
                <a:lnTo>
                  <a:pt x="156559" y="11736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Shape 28"/>
          <p:cNvSpPr/>
          <p:nvPr/>
        </p:nvSpPr>
        <p:spPr>
          <a:xfrm>
            <a:off x="6718020" y="2291163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2563EB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21063" y="2475692"/>
            <a:ext cx="281725" cy="321972"/>
          </a:xfrm>
          <a:custGeom>
            <a:avLst/>
            <a:gdLst/>
            <a:ahLst/>
            <a:cxnLst/>
            <a:rect l="l" t="t" r="r" b="b"/>
            <a:pathLst>
              <a:path w="281725" h="321972">
                <a:moveTo>
                  <a:pt x="281725" y="129418"/>
                </a:moveTo>
                <a:cubicBezTo>
                  <a:pt x="272418" y="135580"/>
                  <a:pt x="261728" y="140548"/>
                  <a:pt x="250597" y="144510"/>
                </a:cubicBezTo>
                <a:cubicBezTo>
                  <a:pt x="221041" y="155075"/>
                  <a:pt x="182241" y="160986"/>
                  <a:pt x="140863" y="160986"/>
                </a:cubicBezTo>
                <a:cubicBezTo>
                  <a:pt x="99484" y="160986"/>
                  <a:pt x="60621" y="155012"/>
                  <a:pt x="31128" y="144510"/>
                </a:cubicBezTo>
                <a:cubicBezTo>
                  <a:pt x="20060" y="140548"/>
                  <a:pt x="9307" y="135580"/>
                  <a:pt x="0" y="129418"/>
                </a:cubicBezTo>
                <a:lnTo>
                  <a:pt x="0" y="181109"/>
                </a:lnTo>
                <a:cubicBezTo>
                  <a:pt x="0" y="208904"/>
                  <a:pt x="63074" y="231417"/>
                  <a:pt x="140863" y="231417"/>
                </a:cubicBezTo>
                <a:cubicBezTo>
                  <a:pt x="218652" y="231417"/>
                  <a:pt x="281725" y="208904"/>
                  <a:pt x="281725" y="181109"/>
                </a:cubicBezTo>
                <a:lnTo>
                  <a:pt x="281725" y="129418"/>
                </a:lnTo>
                <a:close/>
                <a:moveTo>
                  <a:pt x="281725" y="80493"/>
                </a:moveTo>
                <a:lnTo>
                  <a:pt x="281725" y="50308"/>
                </a:lnTo>
                <a:cubicBezTo>
                  <a:pt x="281725" y="22513"/>
                  <a:pt x="218652" y="0"/>
                  <a:pt x="140863" y="0"/>
                </a:cubicBezTo>
                <a:cubicBezTo>
                  <a:pt x="63074" y="0"/>
                  <a:pt x="0" y="22513"/>
                  <a:pt x="0" y="50308"/>
                </a:cubicBezTo>
                <a:lnTo>
                  <a:pt x="0" y="80493"/>
                </a:lnTo>
                <a:cubicBezTo>
                  <a:pt x="0" y="108288"/>
                  <a:pt x="63074" y="130801"/>
                  <a:pt x="140863" y="130801"/>
                </a:cubicBezTo>
                <a:cubicBezTo>
                  <a:pt x="218652" y="130801"/>
                  <a:pt x="281725" y="108288"/>
                  <a:pt x="281725" y="80493"/>
                </a:cubicBezTo>
                <a:close/>
                <a:moveTo>
                  <a:pt x="250597" y="245126"/>
                </a:moveTo>
                <a:cubicBezTo>
                  <a:pt x="221104" y="255628"/>
                  <a:pt x="182304" y="261602"/>
                  <a:pt x="140863" y="261602"/>
                </a:cubicBezTo>
                <a:cubicBezTo>
                  <a:pt x="99421" y="261602"/>
                  <a:pt x="60621" y="255628"/>
                  <a:pt x="31128" y="245126"/>
                </a:cubicBezTo>
                <a:cubicBezTo>
                  <a:pt x="20060" y="241164"/>
                  <a:pt x="9307" y="236197"/>
                  <a:pt x="0" y="230034"/>
                </a:cubicBezTo>
                <a:lnTo>
                  <a:pt x="0" y="271664"/>
                </a:lnTo>
                <a:cubicBezTo>
                  <a:pt x="0" y="299459"/>
                  <a:pt x="63074" y="321972"/>
                  <a:pt x="140863" y="321972"/>
                </a:cubicBezTo>
                <a:cubicBezTo>
                  <a:pt x="218652" y="321972"/>
                  <a:pt x="281725" y="299459"/>
                  <a:pt x="281725" y="271664"/>
                </a:cubicBezTo>
                <a:lnTo>
                  <a:pt x="281725" y="230034"/>
                </a:lnTo>
                <a:cubicBezTo>
                  <a:pt x="272418" y="236197"/>
                  <a:pt x="261728" y="241164"/>
                  <a:pt x="250597" y="2451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416460" y="3106705"/>
            <a:ext cx="1287887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Centralize Data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12567" y="3407111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data model for workflows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555336" y="3847020"/>
            <a:ext cx="1013138" cy="343437"/>
          </a:xfrm>
          <a:custGeom>
            <a:avLst/>
            <a:gdLst/>
            <a:ahLst/>
            <a:cxnLst/>
            <a:rect l="l" t="t" r="r" b="b"/>
            <a:pathLst>
              <a:path w="1013138" h="343437">
                <a:moveTo>
                  <a:pt x="171718" y="0"/>
                </a:moveTo>
                <a:lnTo>
                  <a:pt x="841420" y="0"/>
                </a:lnTo>
                <a:cubicBezTo>
                  <a:pt x="936257" y="0"/>
                  <a:pt x="1013138" y="76881"/>
                  <a:pt x="1013138" y="171718"/>
                </a:cubicBezTo>
                <a:lnTo>
                  <a:pt x="1013138" y="171718"/>
                </a:lnTo>
                <a:cubicBezTo>
                  <a:pt x="1013138" y="266556"/>
                  <a:pt x="936257" y="343437"/>
                  <a:pt x="841420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684057" y="3960543"/>
            <a:ext cx="819143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946666" y="3111970"/>
            <a:ext cx="160986" cy="257577"/>
          </a:xfrm>
          <a:custGeom>
            <a:avLst/>
            <a:gdLst/>
            <a:ahLst/>
            <a:cxnLst/>
            <a:rect l="l" t="t" r="r" b="b"/>
            <a:pathLst>
              <a:path w="160986" h="257577">
                <a:moveTo>
                  <a:pt x="156508" y="117419"/>
                </a:moveTo>
                <a:cubicBezTo>
                  <a:pt x="162797" y="123708"/>
                  <a:pt x="162797" y="133920"/>
                  <a:pt x="156508" y="140209"/>
                </a:cubicBezTo>
                <a:lnTo>
                  <a:pt x="59917" y="236800"/>
                </a:lnTo>
                <a:cubicBezTo>
                  <a:pt x="53628" y="243089"/>
                  <a:pt x="43416" y="243089"/>
                  <a:pt x="37127" y="236800"/>
                </a:cubicBezTo>
                <a:cubicBezTo>
                  <a:pt x="30839" y="230512"/>
                  <a:pt x="30839" y="220299"/>
                  <a:pt x="37127" y="214011"/>
                </a:cubicBezTo>
                <a:lnTo>
                  <a:pt x="122349" y="128789"/>
                </a:lnTo>
                <a:lnTo>
                  <a:pt x="37178" y="43567"/>
                </a:lnTo>
                <a:cubicBezTo>
                  <a:pt x="30889" y="37278"/>
                  <a:pt x="30889" y="27066"/>
                  <a:pt x="37178" y="20777"/>
                </a:cubicBezTo>
                <a:cubicBezTo>
                  <a:pt x="43466" y="14489"/>
                  <a:pt x="53679" y="14489"/>
                  <a:pt x="59967" y="20777"/>
                </a:cubicBezTo>
                <a:lnTo>
                  <a:pt x="156559" y="11736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8" name="Shape 35"/>
          <p:cNvSpPr/>
          <p:nvPr/>
        </p:nvSpPr>
        <p:spPr>
          <a:xfrm>
            <a:off x="8645096" y="2291163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828016" y="2475692"/>
            <a:ext cx="321972" cy="321972"/>
          </a:xfrm>
          <a:custGeom>
            <a:avLst/>
            <a:gdLst/>
            <a:ahLst/>
            <a:cxnLst/>
            <a:rect l="l" t="t" r="r" b="b"/>
            <a:pathLst>
              <a:path w="321972" h="321972">
                <a:moveTo>
                  <a:pt x="75462" y="35216"/>
                </a:moveTo>
                <a:cubicBezTo>
                  <a:pt x="75462" y="15784"/>
                  <a:pt x="91246" y="0"/>
                  <a:pt x="110678" y="0"/>
                </a:cubicBezTo>
                <a:lnTo>
                  <a:pt x="125770" y="0"/>
                </a:lnTo>
                <a:cubicBezTo>
                  <a:pt x="136901" y="0"/>
                  <a:pt x="145893" y="8993"/>
                  <a:pt x="145893" y="20123"/>
                </a:cubicBezTo>
                <a:lnTo>
                  <a:pt x="145893" y="301849"/>
                </a:lnTo>
                <a:cubicBezTo>
                  <a:pt x="145893" y="312979"/>
                  <a:pt x="136901" y="321972"/>
                  <a:pt x="125770" y="321972"/>
                </a:cubicBezTo>
                <a:lnTo>
                  <a:pt x="105647" y="321972"/>
                </a:lnTo>
                <a:cubicBezTo>
                  <a:pt x="86907" y="321972"/>
                  <a:pt x="71123" y="309143"/>
                  <a:pt x="66658" y="291787"/>
                </a:cubicBezTo>
                <a:cubicBezTo>
                  <a:pt x="66218" y="291787"/>
                  <a:pt x="65841" y="291787"/>
                  <a:pt x="65401" y="291787"/>
                </a:cubicBezTo>
                <a:cubicBezTo>
                  <a:pt x="37605" y="291787"/>
                  <a:pt x="15092" y="269274"/>
                  <a:pt x="15092" y="241479"/>
                </a:cubicBezTo>
                <a:cubicBezTo>
                  <a:pt x="15092" y="230160"/>
                  <a:pt x="18866" y="219721"/>
                  <a:pt x="25154" y="211294"/>
                </a:cubicBezTo>
                <a:cubicBezTo>
                  <a:pt x="12954" y="202113"/>
                  <a:pt x="5031" y="187523"/>
                  <a:pt x="5031" y="171048"/>
                </a:cubicBezTo>
                <a:cubicBezTo>
                  <a:pt x="5031" y="151616"/>
                  <a:pt x="16099" y="134700"/>
                  <a:pt x="32197" y="126336"/>
                </a:cubicBezTo>
                <a:cubicBezTo>
                  <a:pt x="27732" y="118790"/>
                  <a:pt x="25154" y="109986"/>
                  <a:pt x="25154" y="100616"/>
                </a:cubicBezTo>
                <a:cubicBezTo>
                  <a:pt x="25154" y="72821"/>
                  <a:pt x="47667" y="50308"/>
                  <a:pt x="75462" y="50308"/>
                </a:cubicBezTo>
                <a:lnTo>
                  <a:pt x="75462" y="35216"/>
                </a:lnTo>
                <a:close/>
                <a:moveTo>
                  <a:pt x="246510" y="35216"/>
                </a:moveTo>
                <a:lnTo>
                  <a:pt x="246510" y="50308"/>
                </a:lnTo>
                <a:cubicBezTo>
                  <a:pt x="274305" y="50308"/>
                  <a:pt x="296818" y="72821"/>
                  <a:pt x="296818" y="100616"/>
                </a:cubicBezTo>
                <a:cubicBezTo>
                  <a:pt x="296818" y="110049"/>
                  <a:pt x="294239" y="118853"/>
                  <a:pt x="289775" y="126336"/>
                </a:cubicBezTo>
                <a:cubicBezTo>
                  <a:pt x="305936" y="134700"/>
                  <a:pt x="316941" y="151553"/>
                  <a:pt x="316941" y="171048"/>
                </a:cubicBezTo>
                <a:cubicBezTo>
                  <a:pt x="316941" y="187523"/>
                  <a:pt x="309017" y="202113"/>
                  <a:pt x="296818" y="211294"/>
                </a:cubicBezTo>
                <a:cubicBezTo>
                  <a:pt x="303106" y="219721"/>
                  <a:pt x="306879" y="230160"/>
                  <a:pt x="306879" y="241479"/>
                </a:cubicBezTo>
                <a:cubicBezTo>
                  <a:pt x="306879" y="269274"/>
                  <a:pt x="284367" y="291787"/>
                  <a:pt x="256571" y="291787"/>
                </a:cubicBezTo>
                <a:cubicBezTo>
                  <a:pt x="256131" y="291787"/>
                  <a:pt x="255754" y="291787"/>
                  <a:pt x="255314" y="291787"/>
                </a:cubicBezTo>
                <a:cubicBezTo>
                  <a:pt x="250849" y="309143"/>
                  <a:pt x="235065" y="321972"/>
                  <a:pt x="216325" y="321972"/>
                </a:cubicBezTo>
                <a:lnTo>
                  <a:pt x="196202" y="321972"/>
                </a:lnTo>
                <a:cubicBezTo>
                  <a:pt x="185071" y="321972"/>
                  <a:pt x="176078" y="312979"/>
                  <a:pt x="176078" y="301849"/>
                </a:cubicBezTo>
                <a:lnTo>
                  <a:pt x="176078" y="20123"/>
                </a:lnTo>
                <a:cubicBezTo>
                  <a:pt x="176078" y="8993"/>
                  <a:pt x="185071" y="0"/>
                  <a:pt x="196202" y="0"/>
                </a:cubicBezTo>
                <a:lnTo>
                  <a:pt x="211294" y="0"/>
                </a:lnTo>
                <a:cubicBezTo>
                  <a:pt x="230726" y="0"/>
                  <a:pt x="246510" y="15784"/>
                  <a:pt x="246510" y="352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8527193" y="3106705"/>
            <a:ext cx="918693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239643" y="3407111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gaps and missing scenarios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587189" y="3847020"/>
            <a:ext cx="798490" cy="343437"/>
          </a:xfrm>
          <a:custGeom>
            <a:avLst/>
            <a:gdLst/>
            <a:ahLst/>
            <a:cxnLst/>
            <a:rect l="l" t="t" r="r" b="b"/>
            <a:pathLst>
              <a:path w="798490" h="343437">
                <a:moveTo>
                  <a:pt x="171718" y="0"/>
                </a:moveTo>
                <a:lnTo>
                  <a:pt x="626772" y="0"/>
                </a:lnTo>
                <a:cubicBezTo>
                  <a:pt x="721609" y="0"/>
                  <a:pt x="798490" y="76881"/>
                  <a:pt x="798490" y="171718"/>
                </a:cubicBezTo>
                <a:lnTo>
                  <a:pt x="798490" y="171718"/>
                </a:lnTo>
                <a:cubicBezTo>
                  <a:pt x="798490" y="266556"/>
                  <a:pt x="721609" y="343437"/>
                  <a:pt x="626772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8715910" y="3960543"/>
            <a:ext cx="609590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873742" y="3111970"/>
            <a:ext cx="160986" cy="257577"/>
          </a:xfrm>
          <a:custGeom>
            <a:avLst/>
            <a:gdLst/>
            <a:ahLst/>
            <a:cxnLst/>
            <a:rect l="l" t="t" r="r" b="b"/>
            <a:pathLst>
              <a:path w="160986" h="257577">
                <a:moveTo>
                  <a:pt x="156508" y="117419"/>
                </a:moveTo>
                <a:cubicBezTo>
                  <a:pt x="162797" y="123708"/>
                  <a:pt x="162797" y="133920"/>
                  <a:pt x="156508" y="140209"/>
                </a:cubicBezTo>
                <a:lnTo>
                  <a:pt x="59917" y="236800"/>
                </a:lnTo>
                <a:cubicBezTo>
                  <a:pt x="53628" y="243089"/>
                  <a:pt x="43416" y="243089"/>
                  <a:pt x="37127" y="236800"/>
                </a:cubicBezTo>
                <a:cubicBezTo>
                  <a:pt x="30839" y="230512"/>
                  <a:pt x="30839" y="220299"/>
                  <a:pt x="37127" y="214011"/>
                </a:cubicBezTo>
                <a:lnTo>
                  <a:pt x="122349" y="128789"/>
                </a:lnTo>
                <a:lnTo>
                  <a:pt x="37178" y="43567"/>
                </a:lnTo>
                <a:cubicBezTo>
                  <a:pt x="30889" y="37278"/>
                  <a:pt x="30889" y="27066"/>
                  <a:pt x="37178" y="20777"/>
                </a:cubicBezTo>
                <a:cubicBezTo>
                  <a:pt x="43466" y="14489"/>
                  <a:pt x="53679" y="14489"/>
                  <a:pt x="59967" y="20777"/>
                </a:cubicBezTo>
                <a:lnTo>
                  <a:pt x="156559" y="11736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Shape 42"/>
          <p:cNvSpPr/>
          <p:nvPr/>
        </p:nvSpPr>
        <p:spPr>
          <a:xfrm>
            <a:off x="10572173" y="2291163"/>
            <a:ext cx="686873" cy="686873"/>
          </a:xfrm>
          <a:custGeom>
            <a:avLst/>
            <a:gdLst/>
            <a:ahLst/>
            <a:cxnLst/>
            <a:rect l="l" t="t" r="r" b="b"/>
            <a:pathLst>
              <a:path w="686873" h="686873">
                <a:moveTo>
                  <a:pt x="128789" y="0"/>
                </a:moveTo>
                <a:lnTo>
                  <a:pt x="558085" y="0"/>
                </a:lnTo>
                <a:cubicBezTo>
                  <a:pt x="629213" y="0"/>
                  <a:pt x="686873" y="57661"/>
                  <a:pt x="686873" y="128789"/>
                </a:cubicBezTo>
                <a:lnTo>
                  <a:pt x="686873" y="558085"/>
                </a:lnTo>
                <a:cubicBezTo>
                  <a:pt x="686873" y="629213"/>
                  <a:pt x="629213" y="686873"/>
                  <a:pt x="558085" y="686873"/>
                </a:cubicBezTo>
                <a:lnTo>
                  <a:pt x="128789" y="686873"/>
                </a:lnTo>
                <a:cubicBezTo>
                  <a:pt x="57661" y="686873"/>
                  <a:pt x="0" y="629213"/>
                  <a:pt x="0" y="558085"/>
                </a:cubicBezTo>
                <a:lnTo>
                  <a:pt x="0" y="128789"/>
                </a:lnTo>
                <a:cubicBezTo>
                  <a:pt x="0" y="57661"/>
                  <a:pt x="57661" y="0"/>
                  <a:pt x="128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10755092" y="2475692"/>
            <a:ext cx="321972" cy="321972"/>
          </a:xfrm>
          <a:custGeom>
            <a:avLst/>
            <a:gdLst/>
            <a:ahLst/>
            <a:cxnLst/>
            <a:rect l="l" t="t" r="r" b="b"/>
            <a:pathLst>
              <a:path w="321972" h="321972">
                <a:moveTo>
                  <a:pt x="250597" y="7672"/>
                </a:moveTo>
                <a:lnTo>
                  <a:pt x="195133" y="63137"/>
                </a:lnTo>
                <a:lnTo>
                  <a:pt x="258835" y="126839"/>
                </a:lnTo>
                <a:lnTo>
                  <a:pt x="314300" y="71375"/>
                </a:lnTo>
                <a:cubicBezTo>
                  <a:pt x="319205" y="66407"/>
                  <a:pt x="321972" y="59741"/>
                  <a:pt x="321972" y="52824"/>
                </a:cubicBezTo>
                <a:cubicBezTo>
                  <a:pt x="321972" y="45906"/>
                  <a:pt x="319205" y="39240"/>
                  <a:pt x="314300" y="34272"/>
                </a:cubicBezTo>
                <a:lnTo>
                  <a:pt x="287699" y="7672"/>
                </a:lnTo>
                <a:cubicBezTo>
                  <a:pt x="282732" y="2767"/>
                  <a:pt x="276066" y="0"/>
                  <a:pt x="269148" y="0"/>
                </a:cubicBezTo>
                <a:cubicBezTo>
                  <a:pt x="262231" y="0"/>
                  <a:pt x="255565" y="2767"/>
                  <a:pt x="250597" y="7672"/>
                </a:cubicBezTo>
                <a:close/>
                <a:moveTo>
                  <a:pt x="173814" y="84455"/>
                </a:moveTo>
                <a:lnTo>
                  <a:pt x="7672" y="250597"/>
                </a:lnTo>
                <a:cubicBezTo>
                  <a:pt x="2767" y="255565"/>
                  <a:pt x="0" y="262231"/>
                  <a:pt x="0" y="269148"/>
                </a:cubicBezTo>
                <a:cubicBezTo>
                  <a:pt x="0" y="276066"/>
                  <a:pt x="2767" y="282732"/>
                  <a:pt x="7672" y="287699"/>
                </a:cubicBezTo>
                <a:lnTo>
                  <a:pt x="34272" y="314300"/>
                </a:lnTo>
                <a:cubicBezTo>
                  <a:pt x="39240" y="319205"/>
                  <a:pt x="45906" y="321972"/>
                  <a:pt x="52824" y="321972"/>
                </a:cubicBezTo>
                <a:cubicBezTo>
                  <a:pt x="59741" y="321972"/>
                  <a:pt x="66407" y="319205"/>
                  <a:pt x="71375" y="314300"/>
                </a:cubicBezTo>
                <a:lnTo>
                  <a:pt x="237517" y="148157"/>
                </a:lnTo>
                <a:lnTo>
                  <a:pt x="173814" y="844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10338114" y="3106705"/>
            <a:ext cx="1159099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Generation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166719" y="3407111"/>
            <a:ext cx="1498242" cy="352023"/>
          </a:xfrm>
          <a:prstGeom prst="rect">
            <a:avLst/>
          </a:prstGeom>
          <a:noFill/>
          <a:ln/>
        </p:spPr>
        <p:txBody>
          <a:bodyPr wrap="square" lIns="85859" tIns="0" rIns="85859" bIns="0" rtlCol="0" anchor="ctr"/>
          <a:lstStyle/>
          <a:p>
            <a:pPr algn="ctr">
              <a:lnSpc>
                <a:spcPct val="110000"/>
              </a:lnSpc>
            </a:pPr>
            <a:r>
              <a:rPr lang="en-US" sz="101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Auto-create tests + automation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476311" y="3847020"/>
            <a:ext cx="875763" cy="343437"/>
          </a:xfrm>
          <a:custGeom>
            <a:avLst/>
            <a:gdLst/>
            <a:ahLst/>
            <a:cxnLst/>
            <a:rect l="l" t="t" r="r" b="b"/>
            <a:pathLst>
              <a:path w="875763" h="343437">
                <a:moveTo>
                  <a:pt x="171718" y="0"/>
                </a:moveTo>
                <a:lnTo>
                  <a:pt x="704045" y="0"/>
                </a:lnTo>
                <a:cubicBezTo>
                  <a:pt x="798882" y="0"/>
                  <a:pt x="875763" y="76881"/>
                  <a:pt x="875763" y="171718"/>
                </a:cubicBezTo>
                <a:lnTo>
                  <a:pt x="875763" y="171718"/>
                </a:lnTo>
                <a:cubicBezTo>
                  <a:pt x="875763" y="266556"/>
                  <a:pt x="798882" y="343437"/>
                  <a:pt x="704045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0605032" y="3960543"/>
            <a:ext cx="685498" cy="1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4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46086" y="4713593"/>
            <a:ext cx="11501975" cy="1756961"/>
          </a:xfrm>
          <a:custGeom>
            <a:avLst/>
            <a:gdLst/>
            <a:ahLst/>
            <a:cxnLst/>
            <a:rect l="l" t="t" r="r" b="b"/>
            <a:pathLst>
              <a:path w="11501975" h="1756961">
                <a:moveTo>
                  <a:pt x="128785" y="0"/>
                </a:moveTo>
                <a:lnTo>
                  <a:pt x="11373190" y="0"/>
                </a:lnTo>
                <a:cubicBezTo>
                  <a:pt x="11444316" y="0"/>
                  <a:pt x="11501975" y="57659"/>
                  <a:pt x="11501975" y="128785"/>
                </a:cubicBezTo>
                <a:lnTo>
                  <a:pt x="11501975" y="1628176"/>
                </a:lnTo>
                <a:cubicBezTo>
                  <a:pt x="11501975" y="1699302"/>
                  <a:pt x="11444316" y="1756961"/>
                  <a:pt x="11373190" y="1756961"/>
                </a:cubicBezTo>
                <a:lnTo>
                  <a:pt x="128785" y="1756961"/>
                </a:lnTo>
                <a:cubicBezTo>
                  <a:pt x="57659" y="1756961"/>
                  <a:pt x="0" y="1699302"/>
                  <a:pt x="0" y="1628176"/>
                </a:cubicBezTo>
                <a:lnTo>
                  <a:pt x="0" y="128785"/>
                </a:lnTo>
                <a:cubicBezTo>
                  <a:pt x="0" y="57707"/>
                  <a:pt x="57707" y="0"/>
                  <a:pt x="128785" y="0"/>
                </a:cubicBezTo>
                <a:close/>
              </a:path>
            </a:pathLst>
          </a:custGeom>
          <a:solidFill>
            <a:srgbClr val="1F2937">
              <a:alpha val="40000"/>
            </a:srgbClr>
          </a:solidFill>
          <a:ln w="8038">
            <a:solidFill>
              <a:srgbClr val="4B5563">
                <a:alpha val="3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87062" y="4982388"/>
            <a:ext cx="193183" cy="193183"/>
          </a:xfrm>
          <a:custGeom>
            <a:avLst/>
            <a:gdLst/>
            <a:ahLst/>
            <a:cxnLst/>
            <a:rect l="l" t="t" r="r" b="b"/>
            <a:pathLst>
              <a:path w="193183" h="193183">
                <a:moveTo>
                  <a:pt x="0" y="30185"/>
                </a:moveTo>
                <a:cubicBezTo>
                  <a:pt x="0" y="20186"/>
                  <a:pt x="8112" y="12074"/>
                  <a:pt x="18111" y="12074"/>
                </a:cubicBezTo>
                <a:lnTo>
                  <a:pt x="54333" y="12074"/>
                </a:lnTo>
                <a:cubicBezTo>
                  <a:pt x="64331" y="12074"/>
                  <a:pt x="72444" y="20186"/>
                  <a:pt x="72444" y="30185"/>
                </a:cubicBezTo>
                <a:lnTo>
                  <a:pt x="72444" y="36222"/>
                </a:lnTo>
                <a:lnTo>
                  <a:pt x="120739" y="36222"/>
                </a:lnTo>
                <a:lnTo>
                  <a:pt x="120739" y="30185"/>
                </a:lnTo>
                <a:cubicBezTo>
                  <a:pt x="120739" y="20186"/>
                  <a:pt x="128852" y="12074"/>
                  <a:pt x="138850" y="12074"/>
                </a:cubicBezTo>
                <a:lnTo>
                  <a:pt x="175072" y="12074"/>
                </a:lnTo>
                <a:cubicBezTo>
                  <a:pt x="185071" y="12074"/>
                  <a:pt x="193183" y="20186"/>
                  <a:pt x="193183" y="30185"/>
                </a:cubicBezTo>
                <a:lnTo>
                  <a:pt x="193183" y="66407"/>
                </a:lnTo>
                <a:cubicBezTo>
                  <a:pt x="193183" y="76405"/>
                  <a:pt x="185071" y="84518"/>
                  <a:pt x="175072" y="84518"/>
                </a:cubicBezTo>
                <a:lnTo>
                  <a:pt x="138850" y="84518"/>
                </a:lnTo>
                <a:cubicBezTo>
                  <a:pt x="128852" y="84518"/>
                  <a:pt x="120739" y="76405"/>
                  <a:pt x="120739" y="66407"/>
                </a:cubicBezTo>
                <a:lnTo>
                  <a:pt x="120739" y="60370"/>
                </a:lnTo>
                <a:lnTo>
                  <a:pt x="72444" y="60370"/>
                </a:lnTo>
                <a:lnTo>
                  <a:pt x="72444" y="66407"/>
                </a:lnTo>
                <a:cubicBezTo>
                  <a:pt x="72444" y="69161"/>
                  <a:pt x="71802" y="71802"/>
                  <a:pt x="70708" y="74142"/>
                </a:cubicBezTo>
                <a:lnTo>
                  <a:pt x="96592" y="108665"/>
                </a:lnTo>
                <a:lnTo>
                  <a:pt x="126776" y="108665"/>
                </a:lnTo>
                <a:cubicBezTo>
                  <a:pt x="136775" y="108665"/>
                  <a:pt x="144887" y="116778"/>
                  <a:pt x="144887" y="126776"/>
                </a:cubicBezTo>
                <a:lnTo>
                  <a:pt x="144887" y="162998"/>
                </a:lnTo>
                <a:cubicBezTo>
                  <a:pt x="144887" y="172997"/>
                  <a:pt x="136775" y="181109"/>
                  <a:pt x="126776" y="181109"/>
                </a:cubicBezTo>
                <a:lnTo>
                  <a:pt x="90555" y="181109"/>
                </a:lnTo>
                <a:cubicBezTo>
                  <a:pt x="80556" y="181109"/>
                  <a:pt x="72444" y="172997"/>
                  <a:pt x="72444" y="162998"/>
                </a:cubicBezTo>
                <a:lnTo>
                  <a:pt x="72444" y="126776"/>
                </a:lnTo>
                <a:cubicBezTo>
                  <a:pt x="72444" y="124022"/>
                  <a:pt x="73085" y="121381"/>
                  <a:pt x="74179" y="119042"/>
                </a:cubicBezTo>
                <a:lnTo>
                  <a:pt x="48296" y="84518"/>
                </a:lnTo>
                <a:lnTo>
                  <a:pt x="18111" y="84518"/>
                </a:lnTo>
                <a:cubicBezTo>
                  <a:pt x="8112" y="84518"/>
                  <a:pt x="0" y="76405"/>
                  <a:pt x="0" y="66407"/>
                </a:cubicBezTo>
                <a:lnTo>
                  <a:pt x="0" y="30185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803856" y="4930958"/>
            <a:ext cx="10923431" cy="3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Simplified Data Flow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71602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24114">
            <a:solidFill>
              <a:srgbClr val="2563E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72300" y="5548070"/>
            <a:ext cx="193183" cy="257577"/>
          </a:xfrm>
          <a:custGeom>
            <a:avLst/>
            <a:gdLst/>
            <a:ahLst/>
            <a:cxnLst/>
            <a:rect l="l" t="t" r="r" b="b"/>
            <a:pathLst>
              <a:path w="193183" h="257577">
                <a:moveTo>
                  <a:pt x="156659" y="16099"/>
                </a:moveTo>
                <a:lnTo>
                  <a:pt x="160986" y="16099"/>
                </a:lnTo>
                <a:cubicBezTo>
                  <a:pt x="178745" y="16099"/>
                  <a:pt x="193183" y="30537"/>
                  <a:pt x="193183" y="48296"/>
                </a:cubicBezTo>
                <a:lnTo>
                  <a:pt x="193183" y="225380"/>
                </a:lnTo>
                <a:cubicBezTo>
                  <a:pt x="193183" y="243139"/>
                  <a:pt x="178745" y="257577"/>
                  <a:pt x="160986" y="257577"/>
                </a:cubicBezTo>
                <a:lnTo>
                  <a:pt x="32197" y="257577"/>
                </a:lnTo>
                <a:cubicBezTo>
                  <a:pt x="14438" y="257577"/>
                  <a:pt x="0" y="243139"/>
                  <a:pt x="0" y="225380"/>
                </a:cubicBezTo>
                <a:lnTo>
                  <a:pt x="0" y="48296"/>
                </a:lnTo>
                <a:cubicBezTo>
                  <a:pt x="0" y="30537"/>
                  <a:pt x="14438" y="16099"/>
                  <a:pt x="32197" y="16099"/>
                </a:cubicBezTo>
                <a:lnTo>
                  <a:pt x="36524" y="16099"/>
                </a:lnTo>
                <a:cubicBezTo>
                  <a:pt x="42058" y="6490"/>
                  <a:pt x="52471" y="0"/>
                  <a:pt x="64394" y="0"/>
                </a:cubicBezTo>
                <a:lnTo>
                  <a:pt x="128789" y="0"/>
                </a:lnTo>
                <a:cubicBezTo>
                  <a:pt x="140712" y="0"/>
                  <a:pt x="151126" y="6490"/>
                  <a:pt x="156659" y="16099"/>
                </a:cubicBezTo>
                <a:close/>
                <a:moveTo>
                  <a:pt x="124764" y="56345"/>
                </a:moveTo>
                <a:cubicBezTo>
                  <a:pt x="131455" y="56345"/>
                  <a:pt x="136838" y="50962"/>
                  <a:pt x="136838" y="44271"/>
                </a:cubicBezTo>
                <a:cubicBezTo>
                  <a:pt x="136838" y="37580"/>
                  <a:pt x="131455" y="32197"/>
                  <a:pt x="124764" y="32197"/>
                </a:cubicBezTo>
                <a:lnTo>
                  <a:pt x="68419" y="32197"/>
                </a:lnTo>
                <a:cubicBezTo>
                  <a:pt x="61728" y="32197"/>
                  <a:pt x="56345" y="37580"/>
                  <a:pt x="56345" y="44271"/>
                </a:cubicBezTo>
                <a:cubicBezTo>
                  <a:pt x="56345" y="50962"/>
                  <a:pt x="61728" y="56345"/>
                  <a:pt x="68419" y="56345"/>
                </a:cubicBezTo>
                <a:lnTo>
                  <a:pt x="124764" y="56345"/>
                </a:lnTo>
                <a:close/>
                <a:moveTo>
                  <a:pt x="64394" y="128789"/>
                </a:moveTo>
                <a:cubicBezTo>
                  <a:pt x="64394" y="119904"/>
                  <a:pt x="57181" y="112690"/>
                  <a:pt x="48296" y="112690"/>
                </a:cubicBezTo>
                <a:cubicBezTo>
                  <a:pt x="39411" y="112690"/>
                  <a:pt x="32197" y="119904"/>
                  <a:pt x="32197" y="128789"/>
                </a:cubicBezTo>
                <a:cubicBezTo>
                  <a:pt x="32197" y="137674"/>
                  <a:pt x="39411" y="144887"/>
                  <a:pt x="48296" y="144887"/>
                </a:cubicBezTo>
                <a:cubicBezTo>
                  <a:pt x="57181" y="144887"/>
                  <a:pt x="64394" y="137674"/>
                  <a:pt x="64394" y="128789"/>
                </a:cubicBezTo>
                <a:close/>
                <a:moveTo>
                  <a:pt x="80493" y="128789"/>
                </a:moveTo>
                <a:cubicBezTo>
                  <a:pt x="80493" y="135480"/>
                  <a:pt x="85876" y="140863"/>
                  <a:pt x="92567" y="140863"/>
                </a:cubicBezTo>
                <a:lnTo>
                  <a:pt x="148912" y="140863"/>
                </a:lnTo>
                <a:cubicBezTo>
                  <a:pt x="155603" y="140863"/>
                  <a:pt x="160986" y="135480"/>
                  <a:pt x="160986" y="128789"/>
                </a:cubicBezTo>
                <a:cubicBezTo>
                  <a:pt x="160986" y="122098"/>
                  <a:pt x="155603" y="116715"/>
                  <a:pt x="148912" y="116715"/>
                </a:cubicBezTo>
                <a:lnTo>
                  <a:pt x="92567" y="116715"/>
                </a:lnTo>
                <a:cubicBezTo>
                  <a:pt x="85876" y="116715"/>
                  <a:pt x="80493" y="122098"/>
                  <a:pt x="80493" y="128789"/>
                </a:cubicBezTo>
                <a:close/>
                <a:moveTo>
                  <a:pt x="80493" y="193183"/>
                </a:moveTo>
                <a:cubicBezTo>
                  <a:pt x="80493" y="199874"/>
                  <a:pt x="85876" y="205257"/>
                  <a:pt x="92567" y="205257"/>
                </a:cubicBezTo>
                <a:lnTo>
                  <a:pt x="148912" y="205257"/>
                </a:lnTo>
                <a:cubicBezTo>
                  <a:pt x="155603" y="205257"/>
                  <a:pt x="160986" y="199874"/>
                  <a:pt x="160986" y="193183"/>
                </a:cubicBezTo>
                <a:cubicBezTo>
                  <a:pt x="160986" y="186492"/>
                  <a:pt x="155603" y="181109"/>
                  <a:pt x="148912" y="181109"/>
                </a:cubicBezTo>
                <a:lnTo>
                  <a:pt x="92567" y="181109"/>
                </a:lnTo>
                <a:cubicBezTo>
                  <a:pt x="85876" y="181109"/>
                  <a:pt x="80493" y="186492"/>
                  <a:pt x="80493" y="193183"/>
                </a:cubicBezTo>
                <a:close/>
                <a:moveTo>
                  <a:pt x="48296" y="209282"/>
                </a:moveTo>
                <a:cubicBezTo>
                  <a:pt x="57181" y="209282"/>
                  <a:pt x="64394" y="202068"/>
                  <a:pt x="64394" y="193183"/>
                </a:cubicBezTo>
                <a:cubicBezTo>
                  <a:pt x="64394" y="184298"/>
                  <a:pt x="57181" y="177085"/>
                  <a:pt x="48296" y="177085"/>
                </a:cubicBezTo>
                <a:cubicBezTo>
                  <a:pt x="39411" y="177085"/>
                  <a:pt x="32197" y="184298"/>
                  <a:pt x="32197" y="193183"/>
                </a:cubicBezTo>
                <a:cubicBezTo>
                  <a:pt x="32197" y="202068"/>
                  <a:pt x="39411" y="209282"/>
                  <a:pt x="48296" y="209282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6" name="Text 53"/>
          <p:cNvSpPr/>
          <p:nvPr/>
        </p:nvSpPr>
        <p:spPr>
          <a:xfrm>
            <a:off x="670911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2124603" y="5719755"/>
            <a:ext cx="214648" cy="214648"/>
          </a:xfrm>
          <a:custGeom>
            <a:avLst/>
            <a:gdLst/>
            <a:ahLst/>
            <a:cxnLst/>
            <a:rect l="l" t="t" r="r" b="b"/>
            <a:pathLst>
              <a:path w="214648" h="214648">
                <a:moveTo>
                  <a:pt x="210707" y="116799"/>
                </a:moveTo>
                <a:cubicBezTo>
                  <a:pt x="215948" y="111558"/>
                  <a:pt x="215948" y="103048"/>
                  <a:pt x="210707" y="97807"/>
                </a:cubicBezTo>
                <a:lnTo>
                  <a:pt x="143630" y="30730"/>
                </a:lnTo>
                <a:cubicBezTo>
                  <a:pt x="138389" y="25489"/>
                  <a:pt x="129879" y="25489"/>
                  <a:pt x="124638" y="30730"/>
                </a:cubicBezTo>
                <a:cubicBezTo>
                  <a:pt x="119398" y="35970"/>
                  <a:pt x="119398" y="44481"/>
                  <a:pt x="124638" y="49721"/>
                </a:cubicBezTo>
                <a:lnTo>
                  <a:pt x="168826" y="93908"/>
                </a:lnTo>
                <a:lnTo>
                  <a:pt x="13415" y="93908"/>
                </a:lnTo>
                <a:cubicBezTo>
                  <a:pt x="5995" y="93908"/>
                  <a:pt x="0" y="99903"/>
                  <a:pt x="0" y="107324"/>
                </a:cubicBezTo>
                <a:cubicBezTo>
                  <a:pt x="0" y="114744"/>
                  <a:pt x="5995" y="120739"/>
                  <a:pt x="13415" y="120739"/>
                </a:cubicBezTo>
                <a:lnTo>
                  <a:pt x="168826" y="120739"/>
                </a:lnTo>
                <a:lnTo>
                  <a:pt x="124638" y="164927"/>
                </a:lnTo>
                <a:cubicBezTo>
                  <a:pt x="119398" y="170167"/>
                  <a:pt x="119398" y="178678"/>
                  <a:pt x="124638" y="183918"/>
                </a:cubicBezTo>
                <a:cubicBezTo>
                  <a:pt x="129879" y="189158"/>
                  <a:pt x="138389" y="189158"/>
                  <a:pt x="143630" y="183918"/>
                </a:cubicBezTo>
                <a:lnTo>
                  <a:pt x="210707" y="116841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58" name="Shape 55"/>
          <p:cNvSpPr/>
          <p:nvPr/>
        </p:nvSpPr>
        <p:spPr>
          <a:xfrm>
            <a:off x="2504027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24114">
            <a:solidFill>
              <a:srgbClr val="2563E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088712" y="5548070"/>
            <a:ext cx="225380" cy="257577"/>
          </a:xfrm>
          <a:custGeom>
            <a:avLst/>
            <a:gdLst/>
            <a:ahLst/>
            <a:cxnLst/>
            <a:rect l="l" t="t" r="r" b="b"/>
            <a:pathLst>
              <a:path w="225380" h="257577">
                <a:moveTo>
                  <a:pt x="193183" y="257577"/>
                </a:moveTo>
                <a:lnTo>
                  <a:pt x="48296" y="257577"/>
                </a:lnTo>
                <a:cubicBezTo>
                  <a:pt x="21632" y="257577"/>
                  <a:pt x="0" y="235945"/>
                  <a:pt x="0" y="209282"/>
                </a:cubicBezTo>
                <a:lnTo>
                  <a:pt x="0" y="48296"/>
                </a:lnTo>
                <a:cubicBezTo>
                  <a:pt x="0" y="21632"/>
                  <a:pt x="21632" y="0"/>
                  <a:pt x="48296" y="0"/>
                </a:cubicBezTo>
                <a:lnTo>
                  <a:pt x="201232" y="0"/>
                </a:lnTo>
                <a:cubicBezTo>
                  <a:pt x="214564" y="0"/>
                  <a:pt x="225380" y="10816"/>
                  <a:pt x="225380" y="24148"/>
                </a:cubicBezTo>
                <a:lnTo>
                  <a:pt x="225380" y="169035"/>
                </a:lnTo>
                <a:cubicBezTo>
                  <a:pt x="225380" y="179550"/>
                  <a:pt x="218639" y="188504"/>
                  <a:pt x="209282" y="191825"/>
                </a:cubicBezTo>
                <a:lnTo>
                  <a:pt x="209282" y="225380"/>
                </a:lnTo>
                <a:cubicBezTo>
                  <a:pt x="218186" y="225380"/>
                  <a:pt x="225380" y="232574"/>
                  <a:pt x="225380" y="241479"/>
                </a:cubicBezTo>
                <a:cubicBezTo>
                  <a:pt x="225380" y="250383"/>
                  <a:pt x="218186" y="257577"/>
                  <a:pt x="209282" y="257577"/>
                </a:cubicBezTo>
                <a:lnTo>
                  <a:pt x="193183" y="257577"/>
                </a:lnTo>
                <a:close/>
                <a:moveTo>
                  <a:pt x="48296" y="193183"/>
                </a:moveTo>
                <a:cubicBezTo>
                  <a:pt x="39391" y="193183"/>
                  <a:pt x="32197" y="200377"/>
                  <a:pt x="32197" y="209282"/>
                </a:cubicBezTo>
                <a:cubicBezTo>
                  <a:pt x="32197" y="218186"/>
                  <a:pt x="39391" y="225380"/>
                  <a:pt x="48296" y="225380"/>
                </a:cubicBezTo>
                <a:lnTo>
                  <a:pt x="177085" y="225380"/>
                </a:lnTo>
                <a:lnTo>
                  <a:pt x="177085" y="193183"/>
                </a:lnTo>
                <a:lnTo>
                  <a:pt x="48296" y="193183"/>
                </a:lnTo>
                <a:close/>
                <a:moveTo>
                  <a:pt x="64394" y="76468"/>
                </a:moveTo>
                <a:cubicBezTo>
                  <a:pt x="64394" y="83159"/>
                  <a:pt x="69777" y="88542"/>
                  <a:pt x="76468" y="88542"/>
                </a:cubicBezTo>
                <a:lnTo>
                  <a:pt x="165011" y="88542"/>
                </a:lnTo>
                <a:cubicBezTo>
                  <a:pt x="171702" y="88542"/>
                  <a:pt x="177085" y="83159"/>
                  <a:pt x="177085" y="76468"/>
                </a:cubicBezTo>
                <a:cubicBezTo>
                  <a:pt x="177085" y="69777"/>
                  <a:pt x="171702" y="64394"/>
                  <a:pt x="165011" y="64394"/>
                </a:cubicBezTo>
                <a:lnTo>
                  <a:pt x="76468" y="64394"/>
                </a:lnTo>
                <a:cubicBezTo>
                  <a:pt x="69777" y="64394"/>
                  <a:pt x="64394" y="69777"/>
                  <a:pt x="64394" y="76468"/>
                </a:cubicBezTo>
                <a:close/>
                <a:moveTo>
                  <a:pt x="76468" y="112690"/>
                </a:moveTo>
                <a:cubicBezTo>
                  <a:pt x="69777" y="112690"/>
                  <a:pt x="64394" y="118073"/>
                  <a:pt x="64394" y="124764"/>
                </a:cubicBezTo>
                <a:cubicBezTo>
                  <a:pt x="64394" y="131455"/>
                  <a:pt x="69777" y="136838"/>
                  <a:pt x="76468" y="136838"/>
                </a:cubicBezTo>
                <a:lnTo>
                  <a:pt x="165011" y="136838"/>
                </a:lnTo>
                <a:cubicBezTo>
                  <a:pt x="171702" y="136838"/>
                  <a:pt x="177085" y="131455"/>
                  <a:pt x="177085" y="124764"/>
                </a:cubicBezTo>
                <a:cubicBezTo>
                  <a:pt x="177085" y="118073"/>
                  <a:pt x="171702" y="112690"/>
                  <a:pt x="165011" y="112690"/>
                </a:cubicBezTo>
                <a:lnTo>
                  <a:pt x="76468" y="11269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0" name="Text 57"/>
          <p:cNvSpPr/>
          <p:nvPr/>
        </p:nvSpPr>
        <p:spPr>
          <a:xfrm>
            <a:off x="2603336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4057113" y="5719755"/>
            <a:ext cx="214648" cy="214648"/>
          </a:xfrm>
          <a:custGeom>
            <a:avLst/>
            <a:gdLst/>
            <a:ahLst/>
            <a:cxnLst/>
            <a:rect l="l" t="t" r="r" b="b"/>
            <a:pathLst>
              <a:path w="214648" h="214648">
                <a:moveTo>
                  <a:pt x="210707" y="116799"/>
                </a:moveTo>
                <a:cubicBezTo>
                  <a:pt x="215948" y="111558"/>
                  <a:pt x="215948" y="103048"/>
                  <a:pt x="210707" y="97807"/>
                </a:cubicBezTo>
                <a:lnTo>
                  <a:pt x="143630" y="30730"/>
                </a:lnTo>
                <a:cubicBezTo>
                  <a:pt x="138389" y="25489"/>
                  <a:pt x="129879" y="25489"/>
                  <a:pt x="124638" y="30730"/>
                </a:cubicBezTo>
                <a:cubicBezTo>
                  <a:pt x="119398" y="35970"/>
                  <a:pt x="119398" y="44481"/>
                  <a:pt x="124638" y="49721"/>
                </a:cubicBezTo>
                <a:lnTo>
                  <a:pt x="168826" y="93908"/>
                </a:lnTo>
                <a:lnTo>
                  <a:pt x="13415" y="93908"/>
                </a:lnTo>
                <a:cubicBezTo>
                  <a:pt x="5995" y="93908"/>
                  <a:pt x="0" y="99903"/>
                  <a:pt x="0" y="107324"/>
                </a:cubicBezTo>
                <a:cubicBezTo>
                  <a:pt x="0" y="114744"/>
                  <a:pt x="5995" y="120739"/>
                  <a:pt x="13415" y="120739"/>
                </a:cubicBezTo>
                <a:lnTo>
                  <a:pt x="168826" y="120739"/>
                </a:lnTo>
                <a:lnTo>
                  <a:pt x="124638" y="164927"/>
                </a:lnTo>
                <a:cubicBezTo>
                  <a:pt x="119398" y="170167"/>
                  <a:pt x="119398" y="178678"/>
                  <a:pt x="124638" y="183918"/>
                </a:cubicBezTo>
                <a:cubicBezTo>
                  <a:pt x="129879" y="189158"/>
                  <a:pt x="138389" y="189158"/>
                  <a:pt x="143630" y="183918"/>
                </a:cubicBezTo>
                <a:lnTo>
                  <a:pt x="210707" y="116841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62" name="Shape 59"/>
          <p:cNvSpPr/>
          <p:nvPr/>
        </p:nvSpPr>
        <p:spPr>
          <a:xfrm>
            <a:off x="4436537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24114">
            <a:solidFill>
              <a:srgbClr val="2563E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05038" y="5548070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257577" y="24148"/>
                </a:moveTo>
                <a:cubicBezTo>
                  <a:pt x="257577" y="18564"/>
                  <a:pt x="254710" y="13382"/>
                  <a:pt x="249931" y="10464"/>
                </a:cubicBezTo>
                <a:cubicBezTo>
                  <a:pt x="245151" y="7546"/>
                  <a:pt x="239265" y="7244"/>
                  <a:pt x="234285" y="9760"/>
                </a:cubicBezTo>
                <a:lnTo>
                  <a:pt x="175827" y="38989"/>
                </a:lnTo>
                <a:lnTo>
                  <a:pt x="85574" y="8854"/>
                </a:lnTo>
                <a:cubicBezTo>
                  <a:pt x="81499" y="7496"/>
                  <a:pt x="77122" y="7798"/>
                  <a:pt x="73299" y="9709"/>
                </a:cubicBezTo>
                <a:lnTo>
                  <a:pt x="8905" y="41907"/>
                </a:lnTo>
                <a:cubicBezTo>
                  <a:pt x="3421" y="44674"/>
                  <a:pt x="0" y="50258"/>
                  <a:pt x="0" y="56345"/>
                </a:cubicBezTo>
                <a:lnTo>
                  <a:pt x="0" y="233430"/>
                </a:lnTo>
                <a:cubicBezTo>
                  <a:pt x="0" y="239014"/>
                  <a:pt x="2868" y="244196"/>
                  <a:pt x="7647" y="247113"/>
                </a:cubicBezTo>
                <a:cubicBezTo>
                  <a:pt x="12426" y="250031"/>
                  <a:pt x="18312" y="250333"/>
                  <a:pt x="23293" y="247818"/>
                </a:cubicBezTo>
                <a:lnTo>
                  <a:pt x="81700" y="218589"/>
                </a:lnTo>
                <a:lnTo>
                  <a:pt x="171953" y="248673"/>
                </a:lnTo>
                <a:cubicBezTo>
                  <a:pt x="176028" y="250031"/>
                  <a:pt x="180405" y="249729"/>
                  <a:pt x="184228" y="247818"/>
                </a:cubicBezTo>
                <a:lnTo>
                  <a:pt x="248623" y="215621"/>
                </a:lnTo>
                <a:cubicBezTo>
                  <a:pt x="254056" y="212904"/>
                  <a:pt x="257527" y="207320"/>
                  <a:pt x="257527" y="201232"/>
                </a:cubicBezTo>
                <a:lnTo>
                  <a:pt x="257527" y="24148"/>
                </a:lnTo>
                <a:close/>
                <a:moveTo>
                  <a:pt x="96592" y="189611"/>
                </a:moveTo>
                <a:lnTo>
                  <a:pt x="96592" y="46485"/>
                </a:lnTo>
                <a:lnTo>
                  <a:pt x="160986" y="67966"/>
                </a:lnTo>
                <a:lnTo>
                  <a:pt x="160986" y="211093"/>
                </a:lnTo>
                <a:lnTo>
                  <a:pt x="96592" y="189611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4" name="Text 61"/>
          <p:cNvSpPr/>
          <p:nvPr/>
        </p:nvSpPr>
        <p:spPr>
          <a:xfrm>
            <a:off x="4535846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Map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5989539" y="5719755"/>
            <a:ext cx="214648" cy="214648"/>
          </a:xfrm>
          <a:custGeom>
            <a:avLst/>
            <a:gdLst/>
            <a:ahLst/>
            <a:cxnLst/>
            <a:rect l="l" t="t" r="r" b="b"/>
            <a:pathLst>
              <a:path w="214648" h="214648">
                <a:moveTo>
                  <a:pt x="210707" y="116799"/>
                </a:moveTo>
                <a:cubicBezTo>
                  <a:pt x="215948" y="111558"/>
                  <a:pt x="215948" y="103048"/>
                  <a:pt x="210707" y="97807"/>
                </a:cubicBezTo>
                <a:lnTo>
                  <a:pt x="143630" y="30730"/>
                </a:lnTo>
                <a:cubicBezTo>
                  <a:pt x="138389" y="25489"/>
                  <a:pt x="129879" y="25489"/>
                  <a:pt x="124638" y="30730"/>
                </a:cubicBezTo>
                <a:cubicBezTo>
                  <a:pt x="119398" y="35970"/>
                  <a:pt x="119398" y="44481"/>
                  <a:pt x="124638" y="49721"/>
                </a:cubicBezTo>
                <a:lnTo>
                  <a:pt x="168826" y="93908"/>
                </a:lnTo>
                <a:lnTo>
                  <a:pt x="13415" y="93908"/>
                </a:lnTo>
                <a:cubicBezTo>
                  <a:pt x="5995" y="93908"/>
                  <a:pt x="0" y="99903"/>
                  <a:pt x="0" y="107324"/>
                </a:cubicBezTo>
                <a:cubicBezTo>
                  <a:pt x="0" y="114744"/>
                  <a:pt x="5995" y="120739"/>
                  <a:pt x="13415" y="120739"/>
                </a:cubicBezTo>
                <a:lnTo>
                  <a:pt x="168826" y="120739"/>
                </a:lnTo>
                <a:lnTo>
                  <a:pt x="124638" y="164927"/>
                </a:lnTo>
                <a:cubicBezTo>
                  <a:pt x="119398" y="170167"/>
                  <a:pt x="119398" y="178678"/>
                  <a:pt x="124638" y="183918"/>
                </a:cubicBezTo>
                <a:cubicBezTo>
                  <a:pt x="129879" y="189158"/>
                  <a:pt x="138389" y="189158"/>
                  <a:pt x="143630" y="183918"/>
                </a:cubicBezTo>
                <a:lnTo>
                  <a:pt x="210707" y="116841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66" name="Shape 63"/>
          <p:cNvSpPr/>
          <p:nvPr/>
        </p:nvSpPr>
        <p:spPr>
          <a:xfrm>
            <a:off x="6368963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 w="24114">
            <a:solidFill>
              <a:srgbClr val="2563E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937464" y="5548070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116966" y="2616"/>
                </a:moveTo>
                <a:cubicBezTo>
                  <a:pt x="124462" y="-855"/>
                  <a:pt x="133115" y="-855"/>
                  <a:pt x="140611" y="2616"/>
                </a:cubicBezTo>
                <a:lnTo>
                  <a:pt x="250585" y="53427"/>
                </a:lnTo>
                <a:cubicBezTo>
                  <a:pt x="254861" y="55389"/>
                  <a:pt x="257577" y="59665"/>
                  <a:pt x="257577" y="64394"/>
                </a:cubicBezTo>
                <a:cubicBezTo>
                  <a:pt x="257577" y="69123"/>
                  <a:pt x="254861" y="73400"/>
                  <a:pt x="250585" y="75362"/>
                </a:cubicBezTo>
                <a:lnTo>
                  <a:pt x="140611" y="126173"/>
                </a:lnTo>
                <a:cubicBezTo>
                  <a:pt x="133115" y="129644"/>
                  <a:pt x="124462" y="129644"/>
                  <a:pt x="116966" y="126173"/>
                </a:cubicBezTo>
                <a:lnTo>
                  <a:pt x="6993" y="75362"/>
                </a:lnTo>
                <a:cubicBezTo>
                  <a:pt x="2717" y="73349"/>
                  <a:pt x="0" y="69073"/>
                  <a:pt x="0" y="64394"/>
                </a:cubicBezTo>
                <a:cubicBezTo>
                  <a:pt x="0" y="59716"/>
                  <a:pt x="2717" y="55389"/>
                  <a:pt x="6993" y="53427"/>
                </a:cubicBezTo>
                <a:lnTo>
                  <a:pt x="116966" y="2616"/>
                </a:lnTo>
                <a:close/>
                <a:moveTo>
                  <a:pt x="24198" y="109873"/>
                </a:moveTo>
                <a:lnTo>
                  <a:pt x="106854" y="148057"/>
                </a:lnTo>
                <a:cubicBezTo>
                  <a:pt x="120790" y="154496"/>
                  <a:pt x="136838" y="154496"/>
                  <a:pt x="150773" y="148057"/>
                </a:cubicBezTo>
                <a:lnTo>
                  <a:pt x="233430" y="109873"/>
                </a:lnTo>
                <a:lnTo>
                  <a:pt x="250585" y="117822"/>
                </a:lnTo>
                <a:cubicBezTo>
                  <a:pt x="254861" y="119784"/>
                  <a:pt x="257577" y="124060"/>
                  <a:pt x="257577" y="128789"/>
                </a:cubicBezTo>
                <a:cubicBezTo>
                  <a:pt x="257577" y="133518"/>
                  <a:pt x="254861" y="137794"/>
                  <a:pt x="250585" y="139756"/>
                </a:cubicBezTo>
                <a:lnTo>
                  <a:pt x="140611" y="190567"/>
                </a:lnTo>
                <a:cubicBezTo>
                  <a:pt x="133115" y="194038"/>
                  <a:pt x="124462" y="194038"/>
                  <a:pt x="116966" y="190567"/>
                </a:cubicBezTo>
                <a:lnTo>
                  <a:pt x="6993" y="139756"/>
                </a:lnTo>
                <a:cubicBezTo>
                  <a:pt x="2717" y="137744"/>
                  <a:pt x="0" y="133467"/>
                  <a:pt x="0" y="128789"/>
                </a:cubicBezTo>
                <a:cubicBezTo>
                  <a:pt x="0" y="124110"/>
                  <a:pt x="2717" y="119784"/>
                  <a:pt x="6993" y="117822"/>
                </a:cubicBezTo>
                <a:lnTo>
                  <a:pt x="24148" y="109873"/>
                </a:lnTo>
                <a:close/>
                <a:moveTo>
                  <a:pt x="6993" y="182216"/>
                </a:moveTo>
                <a:lnTo>
                  <a:pt x="24148" y="174267"/>
                </a:lnTo>
                <a:lnTo>
                  <a:pt x="106804" y="212451"/>
                </a:lnTo>
                <a:cubicBezTo>
                  <a:pt x="120739" y="218891"/>
                  <a:pt x="136788" y="218891"/>
                  <a:pt x="150723" y="212451"/>
                </a:cubicBezTo>
                <a:lnTo>
                  <a:pt x="233379" y="174267"/>
                </a:lnTo>
                <a:lnTo>
                  <a:pt x="250534" y="182216"/>
                </a:lnTo>
                <a:cubicBezTo>
                  <a:pt x="254811" y="184178"/>
                  <a:pt x="257527" y="188454"/>
                  <a:pt x="257527" y="193183"/>
                </a:cubicBezTo>
                <a:cubicBezTo>
                  <a:pt x="257527" y="197912"/>
                  <a:pt x="254811" y="202188"/>
                  <a:pt x="250534" y="204150"/>
                </a:cubicBezTo>
                <a:lnTo>
                  <a:pt x="140561" y="254961"/>
                </a:lnTo>
                <a:cubicBezTo>
                  <a:pt x="133065" y="258433"/>
                  <a:pt x="124412" y="258433"/>
                  <a:pt x="116916" y="254961"/>
                </a:cubicBezTo>
                <a:lnTo>
                  <a:pt x="6993" y="204150"/>
                </a:lnTo>
                <a:cubicBezTo>
                  <a:pt x="2717" y="202138"/>
                  <a:pt x="0" y="197862"/>
                  <a:pt x="0" y="193183"/>
                </a:cubicBezTo>
                <a:cubicBezTo>
                  <a:pt x="0" y="188504"/>
                  <a:pt x="2717" y="184178"/>
                  <a:pt x="6993" y="182216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8" name="Text 65"/>
          <p:cNvSpPr/>
          <p:nvPr/>
        </p:nvSpPr>
        <p:spPr>
          <a:xfrm>
            <a:off x="6468272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921964" y="5719755"/>
            <a:ext cx="214648" cy="214648"/>
          </a:xfrm>
          <a:custGeom>
            <a:avLst/>
            <a:gdLst/>
            <a:ahLst/>
            <a:cxnLst/>
            <a:rect l="l" t="t" r="r" b="b"/>
            <a:pathLst>
              <a:path w="214648" h="214648">
                <a:moveTo>
                  <a:pt x="210707" y="116799"/>
                </a:moveTo>
                <a:cubicBezTo>
                  <a:pt x="215948" y="111558"/>
                  <a:pt x="215948" y="103048"/>
                  <a:pt x="210707" y="97807"/>
                </a:cubicBezTo>
                <a:lnTo>
                  <a:pt x="143630" y="30730"/>
                </a:lnTo>
                <a:cubicBezTo>
                  <a:pt x="138389" y="25489"/>
                  <a:pt x="129879" y="25489"/>
                  <a:pt x="124638" y="30730"/>
                </a:cubicBezTo>
                <a:cubicBezTo>
                  <a:pt x="119398" y="35970"/>
                  <a:pt x="119398" y="44481"/>
                  <a:pt x="124638" y="49721"/>
                </a:cubicBezTo>
                <a:lnTo>
                  <a:pt x="168826" y="93908"/>
                </a:lnTo>
                <a:lnTo>
                  <a:pt x="13415" y="93908"/>
                </a:lnTo>
                <a:cubicBezTo>
                  <a:pt x="5995" y="93908"/>
                  <a:pt x="0" y="99903"/>
                  <a:pt x="0" y="107324"/>
                </a:cubicBezTo>
                <a:cubicBezTo>
                  <a:pt x="0" y="114744"/>
                  <a:pt x="5995" y="120739"/>
                  <a:pt x="13415" y="120739"/>
                </a:cubicBezTo>
                <a:lnTo>
                  <a:pt x="168826" y="120739"/>
                </a:lnTo>
                <a:lnTo>
                  <a:pt x="124638" y="164927"/>
                </a:lnTo>
                <a:cubicBezTo>
                  <a:pt x="119398" y="170167"/>
                  <a:pt x="119398" y="178678"/>
                  <a:pt x="124638" y="183918"/>
                </a:cubicBezTo>
                <a:cubicBezTo>
                  <a:pt x="129879" y="189158"/>
                  <a:pt x="138389" y="189158"/>
                  <a:pt x="143630" y="183918"/>
                </a:cubicBezTo>
                <a:lnTo>
                  <a:pt x="210707" y="116841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70" name="Shape 67"/>
          <p:cNvSpPr/>
          <p:nvPr/>
        </p:nvSpPr>
        <p:spPr>
          <a:xfrm>
            <a:off x="8301388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4114">
            <a:solidFill>
              <a:srgbClr val="10B98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37692" y="5548070"/>
            <a:ext cx="321972" cy="257577"/>
          </a:xfrm>
          <a:custGeom>
            <a:avLst/>
            <a:gdLst/>
            <a:ahLst/>
            <a:cxnLst/>
            <a:rect l="l" t="t" r="r" b="b"/>
            <a:pathLst>
              <a:path w="321972" h="257577">
                <a:moveTo>
                  <a:pt x="177085" y="0"/>
                </a:moveTo>
                <a:cubicBezTo>
                  <a:pt x="177085" y="-8905"/>
                  <a:pt x="169890" y="-16099"/>
                  <a:pt x="160986" y="-16099"/>
                </a:cubicBezTo>
                <a:cubicBezTo>
                  <a:pt x="152081" y="-16099"/>
                  <a:pt x="144887" y="-8905"/>
                  <a:pt x="144887" y="0"/>
                </a:cubicBezTo>
                <a:lnTo>
                  <a:pt x="144887" y="32197"/>
                </a:lnTo>
                <a:lnTo>
                  <a:pt x="96592" y="32197"/>
                </a:lnTo>
                <a:cubicBezTo>
                  <a:pt x="69928" y="32197"/>
                  <a:pt x="48296" y="53830"/>
                  <a:pt x="48296" y="80493"/>
                </a:cubicBezTo>
                <a:lnTo>
                  <a:pt x="48296" y="193183"/>
                </a:lnTo>
                <a:cubicBezTo>
                  <a:pt x="48296" y="219846"/>
                  <a:pt x="69928" y="241479"/>
                  <a:pt x="96592" y="241479"/>
                </a:cubicBezTo>
                <a:lnTo>
                  <a:pt x="225380" y="241479"/>
                </a:lnTo>
                <a:cubicBezTo>
                  <a:pt x="252044" y="241479"/>
                  <a:pt x="273676" y="219846"/>
                  <a:pt x="273676" y="193183"/>
                </a:cubicBezTo>
                <a:lnTo>
                  <a:pt x="273676" y="80493"/>
                </a:lnTo>
                <a:cubicBezTo>
                  <a:pt x="273676" y="53830"/>
                  <a:pt x="252044" y="32197"/>
                  <a:pt x="225380" y="32197"/>
                </a:cubicBezTo>
                <a:lnTo>
                  <a:pt x="177085" y="32197"/>
                </a:lnTo>
                <a:lnTo>
                  <a:pt x="177085" y="0"/>
                </a:lnTo>
                <a:close/>
                <a:moveTo>
                  <a:pt x="80493" y="185134"/>
                </a:moveTo>
                <a:cubicBezTo>
                  <a:pt x="80493" y="178443"/>
                  <a:pt x="85876" y="173060"/>
                  <a:pt x="92567" y="173060"/>
                </a:cubicBezTo>
                <a:lnTo>
                  <a:pt x="108665" y="173060"/>
                </a:lnTo>
                <a:cubicBezTo>
                  <a:pt x="115356" y="173060"/>
                  <a:pt x="120739" y="178443"/>
                  <a:pt x="120739" y="185134"/>
                </a:cubicBezTo>
                <a:cubicBezTo>
                  <a:pt x="120739" y="191825"/>
                  <a:pt x="115356" y="197208"/>
                  <a:pt x="108665" y="197208"/>
                </a:cubicBezTo>
                <a:lnTo>
                  <a:pt x="92567" y="197208"/>
                </a:lnTo>
                <a:cubicBezTo>
                  <a:pt x="85876" y="197208"/>
                  <a:pt x="80493" y="191825"/>
                  <a:pt x="80493" y="185134"/>
                </a:cubicBezTo>
                <a:close/>
                <a:moveTo>
                  <a:pt x="140863" y="185134"/>
                </a:moveTo>
                <a:cubicBezTo>
                  <a:pt x="140863" y="178443"/>
                  <a:pt x="146246" y="173060"/>
                  <a:pt x="152937" y="173060"/>
                </a:cubicBezTo>
                <a:lnTo>
                  <a:pt x="169035" y="173060"/>
                </a:lnTo>
                <a:cubicBezTo>
                  <a:pt x="175726" y="173060"/>
                  <a:pt x="181109" y="178443"/>
                  <a:pt x="181109" y="185134"/>
                </a:cubicBezTo>
                <a:cubicBezTo>
                  <a:pt x="181109" y="191825"/>
                  <a:pt x="175726" y="197208"/>
                  <a:pt x="169035" y="197208"/>
                </a:cubicBezTo>
                <a:lnTo>
                  <a:pt x="152937" y="197208"/>
                </a:lnTo>
                <a:cubicBezTo>
                  <a:pt x="146246" y="197208"/>
                  <a:pt x="140863" y="191825"/>
                  <a:pt x="140863" y="185134"/>
                </a:cubicBezTo>
                <a:close/>
                <a:moveTo>
                  <a:pt x="201232" y="185134"/>
                </a:moveTo>
                <a:cubicBezTo>
                  <a:pt x="201232" y="178443"/>
                  <a:pt x="206615" y="173060"/>
                  <a:pt x="213306" y="173060"/>
                </a:cubicBezTo>
                <a:lnTo>
                  <a:pt x="229405" y="173060"/>
                </a:lnTo>
                <a:cubicBezTo>
                  <a:pt x="236096" y="173060"/>
                  <a:pt x="241479" y="178443"/>
                  <a:pt x="241479" y="185134"/>
                </a:cubicBezTo>
                <a:cubicBezTo>
                  <a:pt x="241479" y="191825"/>
                  <a:pt x="236096" y="197208"/>
                  <a:pt x="229405" y="197208"/>
                </a:cubicBezTo>
                <a:lnTo>
                  <a:pt x="213306" y="197208"/>
                </a:lnTo>
                <a:cubicBezTo>
                  <a:pt x="206615" y="197208"/>
                  <a:pt x="201232" y="191825"/>
                  <a:pt x="201232" y="185134"/>
                </a:cubicBezTo>
                <a:close/>
                <a:moveTo>
                  <a:pt x="112690" y="88542"/>
                </a:moveTo>
                <a:cubicBezTo>
                  <a:pt x="126018" y="88542"/>
                  <a:pt x="136838" y="99363"/>
                  <a:pt x="136838" y="112690"/>
                </a:cubicBezTo>
                <a:cubicBezTo>
                  <a:pt x="136838" y="126018"/>
                  <a:pt x="126018" y="136838"/>
                  <a:pt x="112690" y="136838"/>
                </a:cubicBezTo>
                <a:cubicBezTo>
                  <a:pt x="99363" y="136838"/>
                  <a:pt x="88542" y="126018"/>
                  <a:pt x="88542" y="112690"/>
                </a:cubicBezTo>
                <a:cubicBezTo>
                  <a:pt x="88542" y="99363"/>
                  <a:pt x="99363" y="88542"/>
                  <a:pt x="112690" y="88542"/>
                </a:cubicBezTo>
                <a:close/>
                <a:moveTo>
                  <a:pt x="185134" y="112690"/>
                </a:moveTo>
                <a:cubicBezTo>
                  <a:pt x="185134" y="99363"/>
                  <a:pt x="195954" y="88542"/>
                  <a:pt x="209282" y="88542"/>
                </a:cubicBezTo>
                <a:cubicBezTo>
                  <a:pt x="222609" y="88542"/>
                  <a:pt x="233430" y="99363"/>
                  <a:pt x="233430" y="112690"/>
                </a:cubicBezTo>
                <a:cubicBezTo>
                  <a:pt x="233430" y="126018"/>
                  <a:pt x="222609" y="136838"/>
                  <a:pt x="209282" y="136838"/>
                </a:cubicBezTo>
                <a:cubicBezTo>
                  <a:pt x="195954" y="136838"/>
                  <a:pt x="185134" y="126018"/>
                  <a:pt x="185134" y="112690"/>
                </a:cubicBezTo>
                <a:close/>
                <a:moveTo>
                  <a:pt x="32197" y="112690"/>
                </a:moveTo>
                <a:cubicBezTo>
                  <a:pt x="32197" y="103786"/>
                  <a:pt x="25003" y="96592"/>
                  <a:pt x="16099" y="96592"/>
                </a:cubicBezTo>
                <a:cubicBezTo>
                  <a:pt x="7194" y="96592"/>
                  <a:pt x="0" y="103786"/>
                  <a:pt x="0" y="112690"/>
                </a:cubicBezTo>
                <a:lnTo>
                  <a:pt x="0" y="160986"/>
                </a:lnTo>
                <a:cubicBezTo>
                  <a:pt x="0" y="169890"/>
                  <a:pt x="7194" y="177085"/>
                  <a:pt x="16099" y="177085"/>
                </a:cubicBezTo>
                <a:cubicBezTo>
                  <a:pt x="25003" y="177085"/>
                  <a:pt x="32197" y="169890"/>
                  <a:pt x="32197" y="160986"/>
                </a:cubicBezTo>
                <a:lnTo>
                  <a:pt x="32197" y="112690"/>
                </a:lnTo>
                <a:close/>
                <a:moveTo>
                  <a:pt x="305873" y="96592"/>
                </a:moveTo>
                <a:cubicBezTo>
                  <a:pt x="296969" y="96592"/>
                  <a:pt x="289775" y="103786"/>
                  <a:pt x="289775" y="112690"/>
                </a:cubicBezTo>
                <a:lnTo>
                  <a:pt x="289775" y="160986"/>
                </a:lnTo>
                <a:cubicBezTo>
                  <a:pt x="289775" y="169890"/>
                  <a:pt x="296969" y="177085"/>
                  <a:pt x="305873" y="177085"/>
                </a:cubicBezTo>
                <a:cubicBezTo>
                  <a:pt x="314778" y="177085"/>
                  <a:pt x="321972" y="169890"/>
                  <a:pt x="321972" y="160986"/>
                </a:cubicBezTo>
                <a:lnTo>
                  <a:pt x="321972" y="112690"/>
                </a:lnTo>
                <a:cubicBezTo>
                  <a:pt x="321972" y="103786"/>
                  <a:pt x="314778" y="96592"/>
                  <a:pt x="305873" y="9659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Text 69"/>
          <p:cNvSpPr/>
          <p:nvPr/>
        </p:nvSpPr>
        <p:spPr>
          <a:xfrm>
            <a:off x="8400697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9854389" y="5719755"/>
            <a:ext cx="214648" cy="214648"/>
          </a:xfrm>
          <a:custGeom>
            <a:avLst/>
            <a:gdLst/>
            <a:ahLst/>
            <a:cxnLst/>
            <a:rect l="l" t="t" r="r" b="b"/>
            <a:pathLst>
              <a:path w="214648" h="214648">
                <a:moveTo>
                  <a:pt x="210707" y="116799"/>
                </a:moveTo>
                <a:cubicBezTo>
                  <a:pt x="215948" y="111558"/>
                  <a:pt x="215948" y="103048"/>
                  <a:pt x="210707" y="97807"/>
                </a:cubicBezTo>
                <a:lnTo>
                  <a:pt x="143630" y="30730"/>
                </a:lnTo>
                <a:cubicBezTo>
                  <a:pt x="138389" y="25489"/>
                  <a:pt x="129879" y="25489"/>
                  <a:pt x="124638" y="30730"/>
                </a:cubicBezTo>
                <a:cubicBezTo>
                  <a:pt x="119398" y="35970"/>
                  <a:pt x="119398" y="44481"/>
                  <a:pt x="124638" y="49721"/>
                </a:cubicBezTo>
                <a:lnTo>
                  <a:pt x="168826" y="93908"/>
                </a:lnTo>
                <a:lnTo>
                  <a:pt x="13415" y="93908"/>
                </a:lnTo>
                <a:cubicBezTo>
                  <a:pt x="5995" y="93908"/>
                  <a:pt x="0" y="99903"/>
                  <a:pt x="0" y="107324"/>
                </a:cubicBezTo>
                <a:cubicBezTo>
                  <a:pt x="0" y="114744"/>
                  <a:pt x="5995" y="120739"/>
                  <a:pt x="13415" y="120739"/>
                </a:cubicBezTo>
                <a:lnTo>
                  <a:pt x="168826" y="120739"/>
                </a:lnTo>
                <a:lnTo>
                  <a:pt x="124638" y="164927"/>
                </a:lnTo>
                <a:cubicBezTo>
                  <a:pt x="119398" y="170167"/>
                  <a:pt x="119398" y="178678"/>
                  <a:pt x="124638" y="183918"/>
                </a:cubicBezTo>
                <a:cubicBezTo>
                  <a:pt x="129879" y="189158"/>
                  <a:pt x="138389" y="189158"/>
                  <a:pt x="143630" y="183918"/>
                </a:cubicBezTo>
                <a:lnTo>
                  <a:pt x="210707" y="116841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74" name="Shape 71"/>
          <p:cNvSpPr/>
          <p:nvPr/>
        </p:nvSpPr>
        <p:spPr>
          <a:xfrm>
            <a:off x="10233813" y="5411199"/>
            <a:ext cx="1390049" cy="831964"/>
          </a:xfrm>
          <a:custGeom>
            <a:avLst/>
            <a:gdLst/>
            <a:ahLst/>
            <a:cxnLst/>
            <a:rect l="l" t="t" r="r" b="b"/>
            <a:pathLst>
              <a:path w="1390049" h="831964">
                <a:moveTo>
                  <a:pt x="85859" y="0"/>
                </a:moveTo>
                <a:lnTo>
                  <a:pt x="1304190" y="0"/>
                </a:lnTo>
                <a:cubicBezTo>
                  <a:pt x="1351577" y="0"/>
                  <a:pt x="1390049" y="38472"/>
                  <a:pt x="1390049" y="85859"/>
                </a:cubicBezTo>
                <a:lnTo>
                  <a:pt x="1390049" y="746106"/>
                </a:lnTo>
                <a:cubicBezTo>
                  <a:pt x="1390049" y="793492"/>
                  <a:pt x="1351577" y="831964"/>
                  <a:pt x="1304190" y="831964"/>
                </a:cubicBezTo>
                <a:lnTo>
                  <a:pt x="85859" y="831964"/>
                </a:lnTo>
                <a:cubicBezTo>
                  <a:pt x="38472" y="831964"/>
                  <a:pt x="0" y="793492"/>
                  <a:pt x="0" y="746106"/>
                </a:cubicBezTo>
                <a:lnTo>
                  <a:pt x="0" y="85859"/>
                </a:lnTo>
                <a:cubicBezTo>
                  <a:pt x="0" y="38472"/>
                  <a:pt x="38472" y="0"/>
                  <a:pt x="8585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24114">
            <a:solidFill>
              <a:srgbClr val="10B98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834511" y="5548070"/>
            <a:ext cx="193183" cy="257577"/>
          </a:xfrm>
          <a:custGeom>
            <a:avLst/>
            <a:gdLst/>
            <a:ahLst/>
            <a:cxnLst/>
            <a:rect l="l" t="t" r="r" b="b"/>
            <a:pathLst>
              <a:path w="193183" h="257577">
                <a:moveTo>
                  <a:pt x="125720" y="33606"/>
                </a:moveTo>
                <a:cubicBezTo>
                  <a:pt x="130952" y="26412"/>
                  <a:pt x="129342" y="16350"/>
                  <a:pt x="122148" y="11118"/>
                </a:cubicBezTo>
                <a:cubicBezTo>
                  <a:pt x="114954" y="5886"/>
                  <a:pt x="104892" y="7496"/>
                  <a:pt x="99660" y="14690"/>
                </a:cubicBezTo>
                <a:lnTo>
                  <a:pt x="46334" y="87989"/>
                </a:lnTo>
                <a:lnTo>
                  <a:pt x="27468" y="69123"/>
                </a:lnTo>
                <a:cubicBezTo>
                  <a:pt x="21180" y="62835"/>
                  <a:pt x="10967" y="62835"/>
                  <a:pt x="4679" y="69123"/>
                </a:cubicBezTo>
                <a:cubicBezTo>
                  <a:pt x="-1610" y="75412"/>
                  <a:pt x="-1610" y="85624"/>
                  <a:pt x="4679" y="91913"/>
                </a:cubicBezTo>
                <a:lnTo>
                  <a:pt x="36876" y="124110"/>
                </a:lnTo>
                <a:cubicBezTo>
                  <a:pt x="40196" y="127430"/>
                  <a:pt x="44825" y="129141"/>
                  <a:pt x="49503" y="128789"/>
                </a:cubicBezTo>
                <a:cubicBezTo>
                  <a:pt x="54182" y="128437"/>
                  <a:pt x="58508" y="126022"/>
                  <a:pt x="61275" y="122198"/>
                </a:cubicBezTo>
                <a:lnTo>
                  <a:pt x="125670" y="33656"/>
                </a:lnTo>
                <a:close/>
                <a:moveTo>
                  <a:pt x="190114" y="102025"/>
                </a:moveTo>
                <a:cubicBezTo>
                  <a:pt x="195346" y="94831"/>
                  <a:pt x="193736" y="84769"/>
                  <a:pt x="186542" y="79537"/>
                </a:cubicBezTo>
                <a:cubicBezTo>
                  <a:pt x="179348" y="74305"/>
                  <a:pt x="169287" y="75915"/>
                  <a:pt x="164055" y="83109"/>
                </a:cubicBezTo>
                <a:lnTo>
                  <a:pt x="78531" y="200679"/>
                </a:lnTo>
                <a:lnTo>
                  <a:pt x="43567" y="165715"/>
                </a:lnTo>
                <a:cubicBezTo>
                  <a:pt x="37278" y="159426"/>
                  <a:pt x="27066" y="159426"/>
                  <a:pt x="20777" y="165715"/>
                </a:cubicBezTo>
                <a:cubicBezTo>
                  <a:pt x="14489" y="172003"/>
                  <a:pt x="14489" y="182216"/>
                  <a:pt x="20777" y="188504"/>
                </a:cubicBezTo>
                <a:lnTo>
                  <a:pt x="69073" y="236800"/>
                </a:lnTo>
                <a:cubicBezTo>
                  <a:pt x="72393" y="240121"/>
                  <a:pt x="77022" y="241831"/>
                  <a:pt x="81700" y="241479"/>
                </a:cubicBezTo>
                <a:cubicBezTo>
                  <a:pt x="86379" y="241127"/>
                  <a:pt x="90706" y="238712"/>
                  <a:pt x="93472" y="234889"/>
                </a:cubicBezTo>
                <a:lnTo>
                  <a:pt x="190064" y="10207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6" name="Text 73"/>
          <p:cNvSpPr/>
          <p:nvPr/>
        </p:nvSpPr>
        <p:spPr>
          <a:xfrm>
            <a:off x="10333122" y="5891524"/>
            <a:ext cx="1191296" cy="21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530dbd447c596f689394f3675c9fae74931f2ee9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/>
              </a:gs>
              <a:gs pos="50000">
                <a:srgbClr val="111827">
                  <a:alpha val="95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9949" y="319949"/>
            <a:ext cx="1981461" cy="322524"/>
          </a:xfrm>
          <a:custGeom>
            <a:avLst/>
            <a:gdLst/>
            <a:ahLst/>
            <a:cxnLst/>
            <a:rect l="l" t="t" r="r" b="b"/>
            <a:pathLst>
              <a:path w="1981461" h="322524">
                <a:moveTo>
                  <a:pt x="161262" y="0"/>
                </a:moveTo>
                <a:lnTo>
                  <a:pt x="1820199" y="0"/>
                </a:lnTo>
                <a:cubicBezTo>
                  <a:pt x="1909262" y="0"/>
                  <a:pt x="1981461" y="72199"/>
                  <a:pt x="1981461" y="161262"/>
                </a:cubicBezTo>
                <a:lnTo>
                  <a:pt x="1981461" y="161262"/>
                </a:lnTo>
                <a:cubicBezTo>
                  <a:pt x="1981461" y="250324"/>
                  <a:pt x="1909262" y="322524"/>
                  <a:pt x="1820199" y="322524"/>
                </a:cubicBezTo>
                <a:lnTo>
                  <a:pt x="161262" y="322524"/>
                </a:lnTo>
                <a:cubicBezTo>
                  <a:pt x="72259" y="322524"/>
                  <a:pt x="0" y="250265"/>
                  <a:pt x="0" y="161262"/>
                </a:cubicBezTo>
                <a:lnTo>
                  <a:pt x="0" y="161262"/>
                </a:lnTo>
                <a:cubicBezTo>
                  <a:pt x="0" y="72259"/>
                  <a:pt x="72259" y="0"/>
                  <a:pt x="16126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8038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1180" y="441460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639898" y="381961"/>
            <a:ext cx="156964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spc="5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Outcomes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437" y="763921"/>
            <a:ext cx="1179512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 &amp; End State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7437" y="1438515"/>
            <a:ext cx="11656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transformation from manual execution to intelligent orchestration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9949" y="1798183"/>
            <a:ext cx="3580685" cy="4924467"/>
          </a:xfrm>
          <a:custGeom>
            <a:avLst/>
            <a:gdLst/>
            <a:ahLst/>
            <a:cxnLst/>
            <a:rect l="l" t="t" r="r" b="b"/>
            <a:pathLst>
              <a:path w="3580685" h="4924467">
                <a:moveTo>
                  <a:pt x="113866" y="0"/>
                </a:moveTo>
                <a:lnTo>
                  <a:pt x="3466820" y="0"/>
                </a:lnTo>
                <a:cubicBezTo>
                  <a:pt x="3529706" y="0"/>
                  <a:pt x="3580685" y="41198"/>
                  <a:pt x="3580685" y="92018"/>
                </a:cubicBezTo>
                <a:lnTo>
                  <a:pt x="3580685" y="4832449"/>
                </a:lnTo>
                <a:cubicBezTo>
                  <a:pt x="3580685" y="4883270"/>
                  <a:pt x="3529706" y="4924467"/>
                  <a:pt x="3466820" y="4924467"/>
                </a:cubicBezTo>
                <a:lnTo>
                  <a:pt x="113866" y="4924467"/>
                </a:lnTo>
                <a:cubicBezTo>
                  <a:pt x="50979" y="4924467"/>
                  <a:pt x="0" y="4883270"/>
                  <a:pt x="0" y="4832449"/>
                </a:cubicBezTo>
                <a:lnTo>
                  <a:pt x="0" y="92018"/>
                </a:lnTo>
                <a:cubicBezTo>
                  <a:pt x="0" y="41198"/>
                  <a:pt x="50979" y="0"/>
                  <a:pt x="113866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8038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1180" y="195941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79377" y="0"/>
                </a:moveTo>
                <a:lnTo>
                  <a:pt x="396873" y="0"/>
                </a:lnTo>
                <a:cubicBezTo>
                  <a:pt x="440712" y="0"/>
                  <a:pt x="476250" y="35538"/>
                  <a:pt x="476250" y="79377"/>
                </a:cubicBezTo>
                <a:lnTo>
                  <a:pt x="476250" y="396873"/>
                </a:lnTo>
                <a:cubicBezTo>
                  <a:pt x="476250" y="440712"/>
                  <a:pt x="440712" y="476250"/>
                  <a:pt x="396873" y="476250"/>
                </a:cubicBezTo>
                <a:lnTo>
                  <a:pt x="79377" y="476250"/>
                </a:lnTo>
                <a:cubicBezTo>
                  <a:pt x="35538" y="476250"/>
                  <a:pt x="0" y="440712"/>
                  <a:pt x="0" y="396873"/>
                </a:cubicBezTo>
                <a:lnTo>
                  <a:pt x="0" y="79377"/>
                </a:lnTo>
                <a:cubicBezTo>
                  <a:pt x="0" y="35567"/>
                  <a:pt x="35567" y="0"/>
                  <a:pt x="7937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2179" y="20784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076414" y="2058632"/>
            <a:ext cx="734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6251" y="2554647"/>
            <a:ext cx="3404384" cy="1071563"/>
          </a:xfrm>
          <a:custGeom>
            <a:avLst/>
            <a:gdLst/>
            <a:ahLst/>
            <a:cxnLst/>
            <a:rect l="l" t="t" r="r" b="b"/>
            <a:pathLst>
              <a:path w="3404384" h="1071563">
                <a:moveTo>
                  <a:pt x="30142" y="0"/>
                </a:moveTo>
                <a:lnTo>
                  <a:pt x="3325013" y="0"/>
                </a:lnTo>
                <a:cubicBezTo>
                  <a:pt x="3368848" y="0"/>
                  <a:pt x="3404384" y="35535"/>
                  <a:pt x="3404384" y="79371"/>
                </a:cubicBezTo>
                <a:lnTo>
                  <a:pt x="3404384" y="992192"/>
                </a:lnTo>
                <a:cubicBezTo>
                  <a:pt x="3404384" y="1036027"/>
                  <a:pt x="3368848" y="1071563"/>
                  <a:pt x="3325013" y="1071563"/>
                </a:cubicBezTo>
                <a:lnTo>
                  <a:pt x="30142" y="1071563"/>
                </a:lnTo>
                <a:cubicBezTo>
                  <a:pt x="13495" y="1071563"/>
                  <a:pt x="0" y="1058067"/>
                  <a:pt x="0" y="1041420"/>
                </a:cubicBezTo>
                <a:lnTo>
                  <a:pt x="0" y="30142"/>
                </a:lnTo>
                <a:cubicBezTo>
                  <a:pt x="0" y="13506"/>
                  <a:pt x="13506" y="0"/>
                  <a:pt x="30142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96251" y="2554647"/>
            <a:ext cx="30142" cy="1071563"/>
          </a:xfrm>
          <a:custGeom>
            <a:avLst/>
            <a:gdLst/>
            <a:ahLst/>
            <a:cxnLst/>
            <a:rect l="l" t="t" r="r" b="b"/>
            <a:pathLst>
              <a:path w="30142" h="1071563">
                <a:moveTo>
                  <a:pt x="30142" y="0"/>
                </a:moveTo>
                <a:lnTo>
                  <a:pt x="30142" y="0"/>
                </a:lnTo>
                <a:lnTo>
                  <a:pt x="30142" y="1071563"/>
                </a:lnTo>
                <a:lnTo>
                  <a:pt x="30142" y="1071563"/>
                </a:lnTo>
                <a:cubicBezTo>
                  <a:pt x="13495" y="1071563"/>
                  <a:pt x="0" y="1058067"/>
                  <a:pt x="0" y="1041420"/>
                </a:cubicBezTo>
                <a:lnTo>
                  <a:pt x="0" y="30142"/>
                </a:lnTo>
                <a:cubicBezTo>
                  <a:pt x="0" y="13495"/>
                  <a:pt x="13495" y="0"/>
                  <a:pt x="3014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30322" y="2673648"/>
            <a:ext cx="149621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81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60-80%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24172" y="2794216"/>
            <a:ext cx="867172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322" y="3111575"/>
            <a:ext cx="322064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manual test creation time through AI-powered generation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1180" y="3706810"/>
            <a:ext cx="3421063" cy="952500"/>
          </a:xfrm>
          <a:custGeom>
            <a:avLst/>
            <a:gdLst/>
            <a:ahLst/>
            <a:cxnLst/>
            <a:rect l="l" t="t" r="r" b="b"/>
            <a:pathLst>
              <a:path w="3421063" h="952500">
                <a:moveTo>
                  <a:pt x="79372" y="0"/>
                </a:moveTo>
                <a:lnTo>
                  <a:pt x="3341691" y="0"/>
                </a:lnTo>
                <a:cubicBezTo>
                  <a:pt x="3385527" y="0"/>
                  <a:pt x="3421063" y="35536"/>
                  <a:pt x="3421063" y="79372"/>
                </a:cubicBezTo>
                <a:lnTo>
                  <a:pt x="3421063" y="873128"/>
                </a:lnTo>
                <a:cubicBezTo>
                  <a:pt x="3421063" y="916964"/>
                  <a:pt x="3385527" y="952500"/>
                  <a:pt x="3341691" y="952500"/>
                </a:cubicBezTo>
                <a:lnTo>
                  <a:pt x="79372" y="952500"/>
                </a:lnTo>
                <a:cubicBezTo>
                  <a:pt x="35536" y="952500"/>
                  <a:pt x="0" y="916964"/>
                  <a:pt x="0" y="873128"/>
                </a:cubicBezTo>
                <a:lnTo>
                  <a:pt x="0" y="79372"/>
                </a:lnTo>
                <a:cubicBezTo>
                  <a:pt x="0" y="35536"/>
                  <a:pt x="35536" y="0"/>
                  <a:pt x="79372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36394" y="3845590"/>
            <a:ext cx="173633" cy="198438"/>
          </a:xfrm>
          <a:custGeom>
            <a:avLst/>
            <a:gdLst/>
            <a:ahLst/>
            <a:cxnLst/>
            <a:rect l="l" t="t" r="r" b="b"/>
            <a:pathLst>
              <a:path w="173633" h="198438">
                <a:moveTo>
                  <a:pt x="131310" y="-3837"/>
                </a:moveTo>
                <a:cubicBezTo>
                  <a:pt x="135922" y="-504"/>
                  <a:pt x="137627" y="5542"/>
                  <a:pt x="135534" y="10813"/>
                </a:cubicBezTo>
                <a:lnTo>
                  <a:pt x="105149" y="86816"/>
                </a:lnTo>
                <a:lnTo>
                  <a:pt x="161230" y="86816"/>
                </a:lnTo>
                <a:cubicBezTo>
                  <a:pt x="166463" y="86816"/>
                  <a:pt x="171114" y="90072"/>
                  <a:pt x="172896" y="94994"/>
                </a:cubicBezTo>
                <a:cubicBezTo>
                  <a:pt x="174679" y="99916"/>
                  <a:pt x="173168" y="105420"/>
                  <a:pt x="169176" y="108753"/>
                </a:cubicBezTo>
                <a:lnTo>
                  <a:pt x="57555" y="201771"/>
                </a:lnTo>
                <a:cubicBezTo>
                  <a:pt x="53175" y="205414"/>
                  <a:pt x="46935" y="205608"/>
                  <a:pt x="42323" y="202274"/>
                </a:cubicBezTo>
                <a:cubicBezTo>
                  <a:pt x="37711" y="198941"/>
                  <a:pt x="36006" y="192895"/>
                  <a:pt x="38098" y="187624"/>
                </a:cubicBezTo>
                <a:lnTo>
                  <a:pt x="68484" y="111621"/>
                </a:lnTo>
                <a:lnTo>
                  <a:pt x="12402" y="111621"/>
                </a:lnTo>
                <a:cubicBezTo>
                  <a:pt x="7170" y="111621"/>
                  <a:pt x="2519" y="108365"/>
                  <a:pt x="736" y="103443"/>
                </a:cubicBezTo>
                <a:cubicBezTo>
                  <a:pt x="-1046" y="98521"/>
                  <a:pt x="465" y="93018"/>
                  <a:pt x="4457" y="89684"/>
                </a:cubicBezTo>
                <a:lnTo>
                  <a:pt x="116078" y="-3333"/>
                </a:lnTo>
                <a:cubicBezTo>
                  <a:pt x="120458" y="-6976"/>
                  <a:pt x="126698" y="-7170"/>
                  <a:pt x="131310" y="-3837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967226" y="3825808"/>
            <a:ext cx="1460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Development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0179" y="4143246"/>
            <a:ext cx="325239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Accelerated automation development with self-healing scripts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81180" y="4738481"/>
            <a:ext cx="3421063" cy="952500"/>
          </a:xfrm>
          <a:custGeom>
            <a:avLst/>
            <a:gdLst/>
            <a:ahLst/>
            <a:cxnLst/>
            <a:rect l="l" t="t" r="r" b="b"/>
            <a:pathLst>
              <a:path w="3421063" h="952500">
                <a:moveTo>
                  <a:pt x="79372" y="0"/>
                </a:moveTo>
                <a:lnTo>
                  <a:pt x="3341691" y="0"/>
                </a:lnTo>
                <a:cubicBezTo>
                  <a:pt x="3385527" y="0"/>
                  <a:pt x="3421063" y="35536"/>
                  <a:pt x="3421063" y="79372"/>
                </a:cubicBezTo>
                <a:lnTo>
                  <a:pt x="3421063" y="873128"/>
                </a:lnTo>
                <a:cubicBezTo>
                  <a:pt x="3421063" y="916964"/>
                  <a:pt x="3385527" y="952500"/>
                  <a:pt x="3341691" y="952500"/>
                </a:cubicBezTo>
                <a:lnTo>
                  <a:pt x="79372" y="952500"/>
                </a:lnTo>
                <a:cubicBezTo>
                  <a:pt x="35536" y="952500"/>
                  <a:pt x="0" y="916964"/>
                  <a:pt x="0" y="873128"/>
                </a:cubicBezTo>
                <a:lnTo>
                  <a:pt x="0" y="79372"/>
                </a:lnTo>
                <a:cubicBezTo>
                  <a:pt x="0" y="35536"/>
                  <a:pt x="35536" y="0"/>
                  <a:pt x="79372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23992" y="4877261"/>
            <a:ext cx="198438" cy="198438"/>
          </a:xfrm>
          <a:custGeom>
            <a:avLst/>
            <a:gdLst/>
            <a:ahLst/>
            <a:cxnLst/>
            <a:rect l="l" t="t" r="r" b="b"/>
            <a:pathLst>
              <a:path w="198438" h="198438">
                <a:moveTo>
                  <a:pt x="99219" y="0"/>
                </a:moveTo>
                <a:cubicBezTo>
                  <a:pt x="101002" y="0"/>
                  <a:pt x="102784" y="388"/>
                  <a:pt x="104412" y="1124"/>
                </a:cubicBezTo>
                <a:lnTo>
                  <a:pt x="177431" y="32091"/>
                </a:lnTo>
                <a:cubicBezTo>
                  <a:pt x="185958" y="35695"/>
                  <a:pt x="192314" y="44106"/>
                  <a:pt x="192275" y="54260"/>
                </a:cubicBezTo>
                <a:cubicBezTo>
                  <a:pt x="192081" y="92708"/>
                  <a:pt x="176268" y="163052"/>
                  <a:pt x="109489" y="195027"/>
                </a:cubicBezTo>
                <a:cubicBezTo>
                  <a:pt x="103017" y="198127"/>
                  <a:pt x="95498" y="198127"/>
                  <a:pt x="89026" y="195027"/>
                </a:cubicBezTo>
                <a:cubicBezTo>
                  <a:pt x="22208" y="163052"/>
                  <a:pt x="6434" y="92708"/>
                  <a:pt x="6240" y="54260"/>
                </a:cubicBezTo>
                <a:cubicBezTo>
                  <a:pt x="6201" y="44106"/>
                  <a:pt x="12557" y="35695"/>
                  <a:pt x="21084" y="32091"/>
                </a:cubicBezTo>
                <a:lnTo>
                  <a:pt x="94064" y="1124"/>
                </a:lnTo>
                <a:cubicBezTo>
                  <a:pt x="95692" y="388"/>
                  <a:pt x="97436" y="0"/>
                  <a:pt x="99219" y="0"/>
                </a:cubicBezTo>
                <a:close/>
                <a:moveTo>
                  <a:pt x="99219" y="25890"/>
                </a:moveTo>
                <a:lnTo>
                  <a:pt x="99219" y="172431"/>
                </a:lnTo>
                <a:cubicBezTo>
                  <a:pt x="152704" y="146541"/>
                  <a:pt x="167083" y="89181"/>
                  <a:pt x="167432" y="54842"/>
                </a:cubicBezTo>
                <a:lnTo>
                  <a:pt x="99219" y="25929"/>
                </a:lnTo>
                <a:lnTo>
                  <a:pt x="99219" y="2592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967226" y="4857480"/>
            <a:ext cx="12223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Coverage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0179" y="5174918"/>
            <a:ext cx="325239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 coverage with AI-detected gap analysis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81180" y="5770151"/>
            <a:ext cx="3421063" cy="952500"/>
          </a:xfrm>
          <a:custGeom>
            <a:avLst/>
            <a:gdLst/>
            <a:ahLst/>
            <a:cxnLst/>
            <a:rect l="l" t="t" r="r" b="b"/>
            <a:pathLst>
              <a:path w="3421063" h="952500">
                <a:moveTo>
                  <a:pt x="79372" y="0"/>
                </a:moveTo>
                <a:lnTo>
                  <a:pt x="3341691" y="0"/>
                </a:lnTo>
                <a:cubicBezTo>
                  <a:pt x="3385527" y="0"/>
                  <a:pt x="3421063" y="35536"/>
                  <a:pt x="3421063" y="79372"/>
                </a:cubicBezTo>
                <a:lnTo>
                  <a:pt x="3421063" y="873128"/>
                </a:lnTo>
                <a:cubicBezTo>
                  <a:pt x="3421063" y="916964"/>
                  <a:pt x="3385527" y="952500"/>
                  <a:pt x="3341691" y="952500"/>
                </a:cubicBezTo>
                <a:lnTo>
                  <a:pt x="79372" y="952500"/>
                </a:lnTo>
                <a:cubicBezTo>
                  <a:pt x="35536" y="952500"/>
                  <a:pt x="0" y="916964"/>
                  <a:pt x="0" y="873128"/>
                </a:cubicBezTo>
                <a:lnTo>
                  <a:pt x="0" y="79372"/>
                </a:lnTo>
                <a:cubicBezTo>
                  <a:pt x="0" y="35536"/>
                  <a:pt x="35536" y="0"/>
                  <a:pt x="79372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61199" y="5908931"/>
            <a:ext cx="124023" cy="198438"/>
          </a:xfrm>
          <a:custGeom>
            <a:avLst/>
            <a:gdLst/>
            <a:ahLst/>
            <a:cxnLst/>
            <a:rect l="l" t="t" r="r" b="b"/>
            <a:pathLst>
              <a:path w="124023" h="198438">
                <a:moveTo>
                  <a:pt x="52710" y="9302"/>
                </a:moveTo>
                <a:cubicBezTo>
                  <a:pt x="52710" y="4147"/>
                  <a:pt x="56857" y="0"/>
                  <a:pt x="62012" y="0"/>
                </a:cubicBezTo>
                <a:cubicBezTo>
                  <a:pt x="67166" y="0"/>
                  <a:pt x="71313" y="4147"/>
                  <a:pt x="71313" y="9302"/>
                </a:cubicBezTo>
                <a:lnTo>
                  <a:pt x="71313" y="24805"/>
                </a:lnTo>
                <a:lnTo>
                  <a:pt x="93018" y="24805"/>
                </a:lnTo>
                <a:cubicBezTo>
                  <a:pt x="99878" y="24805"/>
                  <a:pt x="105420" y="30347"/>
                  <a:pt x="105420" y="37207"/>
                </a:cubicBezTo>
                <a:cubicBezTo>
                  <a:pt x="105420" y="44067"/>
                  <a:pt x="99878" y="49609"/>
                  <a:pt x="93018" y="49609"/>
                </a:cubicBezTo>
                <a:lnTo>
                  <a:pt x="48485" y="49609"/>
                </a:lnTo>
                <a:cubicBezTo>
                  <a:pt x="38835" y="49609"/>
                  <a:pt x="31006" y="57438"/>
                  <a:pt x="31006" y="67089"/>
                </a:cubicBezTo>
                <a:cubicBezTo>
                  <a:pt x="31006" y="75809"/>
                  <a:pt x="37401" y="83173"/>
                  <a:pt x="46005" y="84413"/>
                </a:cubicBezTo>
                <a:lnTo>
                  <a:pt x="81507" y="89491"/>
                </a:lnTo>
                <a:cubicBezTo>
                  <a:pt x="102358" y="92475"/>
                  <a:pt x="117822" y="110303"/>
                  <a:pt x="117822" y="131349"/>
                </a:cubicBezTo>
                <a:cubicBezTo>
                  <a:pt x="117822" y="154719"/>
                  <a:pt x="98870" y="173633"/>
                  <a:pt x="75538" y="173633"/>
                </a:cubicBezTo>
                <a:lnTo>
                  <a:pt x="71313" y="173633"/>
                </a:lnTo>
                <a:lnTo>
                  <a:pt x="71313" y="189136"/>
                </a:lnTo>
                <a:cubicBezTo>
                  <a:pt x="71313" y="194290"/>
                  <a:pt x="67166" y="198437"/>
                  <a:pt x="62012" y="198437"/>
                </a:cubicBezTo>
                <a:cubicBezTo>
                  <a:pt x="56857" y="198437"/>
                  <a:pt x="52710" y="194290"/>
                  <a:pt x="52710" y="189136"/>
                </a:cubicBezTo>
                <a:lnTo>
                  <a:pt x="52710" y="173633"/>
                </a:lnTo>
                <a:lnTo>
                  <a:pt x="24805" y="173633"/>
                </a:lnTo>
                <a:cubicBezTo>
                  <a:pt x="17945" y="173633"/>
                  <a:pt x="12402" y="168091"/>
                  <a:pt x="12402" y="161230"/>
                </a:cubicBezTo>
                <a:cubicBezTo>
                  <a:pt x="12402" y="154370"/>
                  <a:pt x="17945" y="148828"/>
                  <a:pt x="24805" y="148828"/>
                </a:cubicBezTo>
                <a:lnTo>
                  <a:pt x="75538" y="148828"/>
                </a:lnTo>
                <a:cubicBezTo>
                  <a:pt x="85189" y="148828"/>
                  <a:pt x="93018" y="140999"/>
                  <a:pt x="93018" y="131349"/>
                </a:cubicBezTo>
                <a:cubicBezTo>
                  <a:pt x="93018" y="122628"/>
                  <a:pt x="86623" y="115264"/>
                  <a:pt x="78018" y="114024"/>
                </a:cubicBezTo>
                <a:lnTo>
                  <a:pt x="42517" y="108947"/>
                </a:lnTo>
                <a:cubicBezTo>
                  <a:pt x="21665" y="106001"/>
                  <a:pt x="6201" y="88134"/>
                  <a:pt x="6201" y="67089"/>
                </a:cubicBezTo>
                <a:cubicBezTo>
                  <a:pt x="6201" y="43757"/>
                  <a:pt x="25154" y="24805"/>
                  <a:pt x="48485" y="24805"/>
                </a:cubicBezTo>
                <a:lnTo>
                  <a:pt x="52710" y="24805"/>
                </a:lnTo>
                <a:lnTo>
                  <a:pt x="52710" y="930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967226" y="5889151"/>
            <a:ext cx="936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Costs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0179" y="6206587"/>
            <a:ext cx="325239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maintenance overhead through intelligent automation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25196" y="1798183"/>
            <a:ext cx="3785918" cy="4924467"/>
          </a:xfrm>
          <a:custGeom>
            <a:avLst/>
            <a:gdLst/>
            <a:ahLst/>
            <a:cxnLst/>
            <a:rect l="l" t="t" r="r" b="b"/>
            <a:pathLst>
              <a:path w="3785918" h="4924467">
                <a:moveTo>
                  <a:pt x="120392" y="0"/>
                </a:moveTo>
                <a:lnTo>
                  <a:pt x="3665525" y="0"/>
                </a:lnTo>
                <a:cubicBezTo>
                  <a:pt x="3732016" y="0"/>
                  <a:pt x="3785918" y="41198"/>
                  <a:pt x="3785918" y="92018"/>
                </a:cubicBezTo>
                <a:lnTo>
                  <a:pt x="3785918" y="4832449"/>
                </a:lnTo>
                <a:cubicBezTo>
                  <a:pt x="3785918" y="4883270"/>
                  <a:pt x="3732016" y="4924467"/>
                  <a:pt x="3665525" y="4924467"/>
                </a:cubicBezTo>
                <a:lnTo>
                  <a:pt x="120392" y="4924467"/>
                </a:lnTo>
                <a:cubicBezTo>
                  <a:pt x="53901" y="4924467"/>
                  <a:pt x="0" y="4883270"/>
                  <a:pt x="0" y="4832449"/>
                </a:cubicBezTo>
                <a:lnTo>
                  <a:pt x="0" y="92018"/>
                </a:lnTo>
                <a:cubicBezTo>
                  <a:pt x="0" y="41198"/>
                  <a:pt x="53901" y="0"/>
                  <a:pt x="120392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6427" y="195941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79377" y="0"/>
                </a:moveTo>
                <a:lnTo>
                  <a:pt x="396873" y="0"/>
                </a:lnTo>
                <a:cubicBezTo>
                  <a:pt x="440712" y="0"/>
                  <a:pt x="476250" y="35538"/>
                  <a:pt x="476250" y="79377"/>
                </a:cubicBezTo>
                <a:lnTo>
                  <a:pt x="476250" y="396873"/>
                </a:lnTo>
                <a:cubicBezTo>
                  <a:pt x="476250" y="440712"/>
                  <a:pt x="440712" y="476250"/>
                  <a:pt x="396873" y="476250"/>
                </a:cubicBezTo>
                <a:lnTo>
                  <a:pt x="79377" y="476250"/>
                </a:lnTo>
                <a:cubicBezTo>
                  <a:pt x="35538" y="476250"/>
                  <a:pt x="0" y="440712"/>
                  <a:pt x="0" y="396873"/>
                </a:cubicBezTo>
                <a:lnTo>
                  <a:pt x="0" y="79377"/>
                </a:lnTo>
                <a:cubicBezTo>
                  <a:pt x="0" y="35567"/>
                  <a:pt x="35567" y="0"/>
                  <a:pt x="79377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507426" y="20784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9531" y="148828"/>
                </a:moveTo>
                <a:lnTo>
                  <a:pt x="11395" y="148828"/>
                </a:lnTo>
                <a:cubicBezTo>
                  <a:pt x="-186" y="148828"/>
                  <a:pt x="-7302" y="136224"/>
                  <a:pt x="-1349" y="126271"/>
                </a:cubicBezTo>
                <a:lnTo>
                  <a:pt x="23254" y="85251"/>
                </a:lnTo>
                <a:cubicBezTo>
                  <a:pt x="27301" y="78507"/>
                  <a:pt x="34556" y="74414"/>
                  <a:pt x="42416" y="74414"/>
                </a:cubicBezTo>
                <a:lnTo>
                  <a:pt x="86599" y="74414"/>
                </a:lnTo>
                <a:cubicBezTo>
                  <a:pt x="121993" y="14464"/>
                  <a:pt x="174780" y="11441"/>
                  <a:pt x="210080" y="16604"/>
                </a:cubicBezTo>
                <a:cubicBezTo>
                  <a:pt x="216033" y="17487"/>
                  <a:pt x="220684" y="22138"/>
                  <a:pt x="221521" y="28045"/>
                </a:cubicBezTo>
                <a:cubicBezTo>
                  <a:pt x="226684" y="63345"/>
                  <a:pt x="223661" y="116132"/>
                  <a:pt x="163711" y="151526"/>
                </a:cubicBezTo>
                <a:lnTo>
                  <a:pt x="163711" y="195709"/>
                </a:lnTo>
                <a:cubicBezTo>
                  <a:pt x="163711" y="203569"/>
                  <a:pt x="159618" y="210824"/>
                  <a:pt x="152874" y="214871"/>
                </a:cubicBezTo>
                <a:lnTo>
                  <a:pt x="111854" y="239474"/>
                </a:lnTo>
                <a:cubicBezTo>
                  <a:pt x="101947" y="245427"/>
                  <a:pt x="89297" y="238265"/>
                  <a:pt x="89297" y="226730"/>
                </a:cubicBezTo>
                <a:lnTo>
                  <a:pt x="89297" y="178594"/>
                </a:lnTo>
                <a:cubicBezTo>
                  <a:pt x="89297" y="162176"/>
                  <a:pt x="75949" y="148828"/>
                  <a:pt x="59531" y="148828"/>
                </a:cubicBezTo>
                <a:lnTo>
                  <a:pt x="59485" y="148828"/>
                </a:lnTo>
                <a:close/>
                <a:moveTo>
                  <a:pt x="186035" y="74414"/>
                </a:moveTo>
                <a:cubicBezTo>
                  <a:pt x="186035" y="62093"/>
                  <a:pt x="176032" y="52090"/>
                  <a:pt x="163711" y="52090"/>
                </a:cubicBezTo>
                <a:cubicBezTo>
                  <a:pt x="151390" y="52090"/>
                  <a:pt x="141387" y="62093"/>
                  <a:pt x="141387" y="74414"/>
                </a:cubicBezTo>
                <a:cubicBezTo>
                  <a:pt x="141387" y="86735"/>
                  <a:pt x="151390" y="96738"/>
                  <a:pt x="163711" y="96738"/>
                </a:cubicBezTo>
                <a:cubicBezTo>
                  <a:pt x="176032" y="96738"/>
                  <a:pt x="186035" y="86735"/>
                  <a:pt x="186035" y="74414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4981661" y="2058632"/>
            <a:ext cx="122634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2563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State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388938" y="2557159"/>
            <a:ext cx="3410211" cy="1092461"/>
          </a:xfrm>
          <a:custGeom>
            <a:avLst/>
            <a:gdLst/>
            <a:ahLst/>
            <a:cxnLst/>
            <a:rect l="l" t="t" r="r" b="b"/>
            <a:pathLst>
              <a:path w="3410211" h="1092461">
                <a:moveTo>
                  <a:pt x="79378" y="0"/>
                </a:moveTo>
                <a:lnTo>
                  <a:pt x="3330833" y="0"/>
                </a:lnTo>
                <a:cubicBezTo>
                  <a:pt x="3374672" y="0"/>
                  <a:pt x="3410211" y="35539"/>
                  <a:pt x="3410211" y="79378"/>
                </a:cubicBezTo>
                <a:lnTo>
                  <a:pt x="3410211" y="1013083"/>
                </a:lnTo>
                <a:cubicBezTo>
                  <a:pt x="3410211" y="1056922"/>
                  <a:pt x="3374672" y="1092461"/>
                  <a:pt x="3330833" y="1092461"/>
                </a:cubicBezTo>
                <a:lnTo>
                  <a:pt x="79378" y="1092461"/>
                </a:lnTo>
                <a:cubicBezTo>
                  <a:pt x="35539" y="1092461"/>
                  <a:pt x="0" y="1056922"/>
                  <a:pt x="0" y="1013083"/>
                </a:cubicBezTo>
                <a:lnTo>
                  <a:pt x="0" y="79378"/>
                </a:lnTo>
                <a:cubicBezTo>
                  <a:pt x="0" y="35539"/>
                  <a:pt x="35539" y="0"/>
                  <a:pt x="79378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50168" y="2718389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8438" y="0"/>
                </a:moveTo>
                <a:lnTo>
                  <a:pt x="198438" y="0"/>
                </a:lnTo>
                <a:cubicBezTo>
                  <a:pt x="307958" y="0"/>
                  <a:pt x="396875" y="88917"/>
                  <a:pt x="396875" y="198438"/>
                </a:cubicBezTo>
                <a:lnTo>
                  <a:pt x="396875" y="198438"/>
                </a:lnTo>
                <a:cubicBezTo>
                  <a:pt x="396875" y="307958"/>
                  <a:pt x="307958" y="396875"/>
                  <a:pt x="198438" y="396875"/>
                </a:cubicBezTo>
                <a:lnTo>
                  <a:pt x="198438" y="396875"/>
                </a:lnTo>
                <a:cubicBezTo>
                  <a:pt x="88917" y="396875"/>
                  <a:pt x="0" y="307958"/>
                  <a:pt x="0" y="198438"/>
                </a:cubicBezTo>
                <a:lnTo>
                  <a:pt x="0" y="198438"/>
                </a:lnTo>
                <a:cubicBezTo>
                  <a:pt x="0" y="88917"/>
                  <a:pt x="88917" y="0"/>
                  <a:pt x="198437" y="0"/>
                </a:cubicBezTo>
                <a:close/>
              </a:path>
            </a:pathLst>
          </a:custGeom>
          <a:solidFill>
            <a:srgbClr val="2563EB">
              <a:alpha val="3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669231" y="283746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5066043" y="2718389"/>
            <a:ext cx="2651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Tests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066043" y="3035827"/>
            <a:ext cx="26412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automatically generates and updates test cases based on application changes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388938" y="3732948"/>
            <a:ext cx="3410211" cy="1314711"/>
          </a:xfrm>
          <a:custGeom>
            <a:avLst/>
            <a:gdLst/>
            <a:ahLst/>
            <a:cxnLst/>
            <a:rect l="l" t="t" r="r" b="b"/>
            <a:pathLst>
              <a:path w="3410211" h="1314711">
                <a:moveTo>
                  <a:pt x="79369" y="0"/>
                </a:moveTo>
                <a:lnTo>
                  <a:pt x="3330842" y="0"/>
                </a:lnTo>
                <a:cubicBezTo>
                  <a:pt x="3374676" y="0"/>
                  <a:pt x="3410211" y="35535"/>
                  <a:pt x="3410211" y="79369"/>
                </a:cubicBezTo>
                <a:lnTo>
                  <a:pt x="3410211" y="1235342"/>
                </a:lnTo>
                <a:cubicBezTo>
                  <a:pt x="3410211" y="1279176"/>
                  <a:pt x="3374676" y="1314711"/>
                  <a:pt x="3330842" y="1314711"/>
                </a:cubicBezTo>
                <a:lnTo>
                  <a:pt x="79369" y="1314711"/>
                </a:lnTo>
                <a:cubicBezTo>
                  <a:pt x="35535" y="1314711"/>
                  <a:pt x="0" y="1279176"/>
                  <a:pt x="0" y="1235342"/>
                </a:cubicBezTo>
                <a:lnTo>
                  <a:pt x="0" y="79369"/>
                </a:lnTo>
                <a:cubicBezTo>
                  <a:pt x="0" y="35564"/>
                  <a:pt x="35564" y="0"/>
                  <a:pt x="7936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50168" y="389417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8438" y="0"/>
                </a:moveTo>
                <a:lnTo>
                  <a:pt x="198438" y="0"/>
                </a:lnTo>
                <a:cubicBezTo>
                  <a:pt x="307958" y="0"/>
                  <a:pt x="396875" y="88917"/>
                  <a:pt x="396875" y="198438"/>
                </a:cubicBezTo>
                <a:lnTo>
                  <a:pt x="396875" y="198438"/>
                </a:lnTo>
                <a:cubicBezTo>
                  <a:pt x="396875" y="307958"/>
                  <a:pt x="307958" y="396875"/>
                  <a:pt x="198438" y="396875"/>
                </a:cubicBezTo>
                <a:lnTo>
                  <a:pt x="198438" y="396875"/>
                </a:lnTo>
                <a:cubicBezTo>
                  <a:pt x="88917" y="396875"/>
                  <a:pt x="0" y="307958"/>
                  <a:pt x="0" y="198438"/>
                </a:cubicBezTo>
                <a:lnTo>
                  <a:pt x="0" y="198438"/>
                </a:lnTo>
                <a:cubicBezTo>
                  <a:pt x="0" y="88917"/>
                  <a:pt x="88917" y="0"/>
                  <a:pt x="198437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69231" y="40132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5066043" y="3894178"/>
            <a:ext cx="2651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Self-Adapting Tests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066043" y="4211616"/>
            <a:ext cx="2641203" cy="67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automatically adapt as the application evolves, eliminating brittle scripts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388938" y="5134492"/>
            <a:ext cx="3410211" cy="1092461"/>
          </a:xfrm>
          <a:custGeom>
            <a:avLst/>
            <a:gdLst/>
            <a:ahLst/>
            <a:cxnLst/>
            <a:rect l="l" t="t" r="r" b="b"/>
            <a:pathLst>
              <a:path w="3410211" h="1092461">
                <a:moveTo>
                  <a:pt x="79378" y="0"/>
                </a:moveTo>
                <a:lnTo>
                  <a:pt x="3330833" y="0"/>
                </a:lnTo>
                <a:cubicBezTo>
                  <a:pt x="3374672" y="0"/>
                  <a:pt x="3410211" y="35539"/>
                  <a:pt x="3410211" y="79378"/>
                </a:cubicBezTo>
                <a:lnTo>
                  <a:pt x="3410211" y="1013083"/>
                </a:lnTo>
                <a:cubicBezTo>
                  <a:pt x="3410211" y="1056922"/>
                  <a:pt x="3374672" y="1092461"/>
                  <a:pt x="3330833" y="1092461"/>
                </a:cubicBezTo>
                <a:lnTo>
                  <a:pt x="79378" y="1092461"/>
                </a:lnTo>
                <a:cubicBezTo>
                  <a:pt x="35539" y="1092461"/>
                  <a:pt x="0" y="1056922"/>
                  <a:pt x="0" y="1013083"/>
                </a:cubicBezTo>
                <a:lnTo>
                  <a:pt x="0" y="79378"/>
                </a:lnTo>
                <a:cubicBezTo>
                  <a:pt x="0" y="35539"/>
                  <a:pt x="35539" y="0"/>
                  <a:pt x="79378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8038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50168" y="5295722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8438" y="0"/>
                </a:moveTo>
                <a:lnTo>
                  <a:pt x="198438" y="0"/>
                </a:lnTo>
                <a:cubicBezTo>
                  <a:pt x="307958" y="0"/>
                  <a:pt x="396875" y="88917"/>
                  <a:pt x="396875" y="198438"/>
                </a:cubicBezTo>
                <a:lnTo>
                  <a:pt x="396875" y="198438"/>
                </a:lnTo>
                <a:cubicBezTo>
                  <a:pt x="396875" y="307958"/>
                  <a:pt x="307958" y="396875"/>
                  <a:pt x="198438" y="396875"/>
                </a:cubicBezTo>
                <a:lnTo>
                  <a:pt x="198438" y="396875"/>
                </a:lnTo>
                <a:cubicBezTo>
                  <a:pt x="88917" y="396875"/>
                  <a:pt x="0" y="307958"/>
                  <a:pt x="0" y="198438"/>
                </a:cubicBezTo>
                <a:lnTo>
                  <a:pt x="0" y="198438"/>
                </a:lnTo>
                <a:cubicBezTo>
                  <a:pt x="0" y="88917"/>
                  <a:pt x="88917" y="0"/>
                  <a:pt x="198437" y="0"/>
                </a:cubicBezTo>
                <a:close/>
              </a:path>
            </a:pathLst>
          </a:custGeom>
          <a:solidFill>
            <a:srgbClr val="2563EB">
              <a:alpha val="30196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649387" y="54148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0" y="79375"/>
                </a:moveTo>
                <a:cubicBezTo>
                  <a:pt x="0" y="51966"/>
                  <a:pt x="22200" y="29766"/>
                  <a:pt x="49609" y="29766"/>
                </a:cubicBezTo>
                <a:cubicBezTo>
                  <a:pt x="65236" y="29766"/>
                  <a:pt x="79933" y="37114"/>
                  <a:pt x="89297" y="49609"/>
                </a:cubicBezTo>
                <a:lnTo>
                  <a:pt x="99219" y="62849"/>
                </a:lnTo>
                <a:lnTo>
                  <a:pt x="109141" y="49609"/>
                </a:lnTo>
                <a:cubicBezTo>
                  <a:pt x="118504" y="37114"/>
                  <a:pt x="133201" y="29766"/>
                  <a:pt x="148828" y="29766"/>
                </a:cubicBezTo>
                <a:cubicBezTo>
                  <a:pt x="176237" y="29766"/>
                  <a:pt x="198438" y="51966"/>
                  <a:pt x="198438" y="79375"/>
                </a:cubicBezTo>
                <a:cubicBezTo>
                  <a:pt x="198438" y="106784"/>
                  <a:pt x="176237" y="128984"/>
                  <a:pt x="148828" y="128984"/>
                </a:cubicBezTo>
                <a:cubicBezTo>
                  <a:pt x="133201" y="128984"/>
                  <a:pt x="118504" y="121636"/>
                  <a:pt x="109141" y="109141"/>
                </a:cubicBezTo>
                <a:lnTo>
                  <a:pt x="99219" y="95901"/>
                </a:lnTo>
                <a:lnTo>
                  <a:pt x="89297" y="109141"/>
                </a:lnTo>
                <a:cubicBezTo>
                  <a:pt x="79933" y="121636"/>
                  <a:pt x="65236" y="128984"/>
                  <a:pt x="49609" y="128984"/>
                </a:cubicBezTo>
                <a:cubicBezTo>
                  <a:pt x="22200" y="128984"/>
                  <a:pt x="0" y="106784"/>
                  <a:pt x="0" y="79375"/>
                </a:cubicBezTo>
                <a:close/>
                <a:moveTo>
                  <a:pt x="86816" y="79375"/>
                </a:moveTo>
                <a:lnTo>
                  <a:pt x="73422" y="61516"/>
                </a:lnTo>
                <a:cubicBezTo>
                  <a:pt x="67810" y="54012"/>
                  <a:pt x="58973" y="49609"/>
                  <a:pt x="49609" y="49609"/>
                </a:cubicBezTo>
                <a:cubicBezTo>
                  <a:pt x="33176" y="49609"/>
                  <a:pt x="19844" y="62942"/>
                  <a:pt x="19844" y="79375"/>
                </a:cubicBezTo>
                <a:cubicBezTo>
                  <a:pt x="19844" y="95808"/>
                  <a:pt x="33176" y="109141"/>
                  <a:pt x="49609" y="109141"/>
                </a:cubicBezTo>
                <a:cubicBezTo>
                  <a:pt x="58973" y="109141"/>
                  <a:pt x="67810" y="104738"/>
                  <a:pt x="73422" y="97234"/>
                </a:cubicBezTo>
                <a:lnTo>
                  <a:pt x="86816" y="79375"/>
                </a:lnTo>
                <a:close/>
                <a:moveTo>
                  <a:pt x="111621" y="79375"/>
                </a:moveTo>
                <a:lnTo>
                  <a:pt x="125016" y="97234"/>
                </a:lnTo>
                <a:cubicBezTo>
                  <a:pt x="130628" y="104738"/>
                  <a:pt x="139464" y="109141"/>
                  <a:pt x="148828" y="109141"/>
                </a:cubicBezTo>
                <a:cubicBezTo>
                  <a:pt x="165261" y="109141"/>
                  <a:pt x="178594" y="95808"/>
                  <a:pt x="178594" y="79375"/>
                </a:cubicBezTo>
                <a:cubicBezTo>
                  <a:pt x="178594" y="62942"/>
                  <a:pt x="165261" y="49609"/>
                  <a:pt x="148828" y="49609"/>
                </a:cubicBezTo>
                <a:cubicBezTo>
                  <a:pt x="139464" y="49609"/>
                  <a:pt x="130628" y="54012"/>
                  <a:pt x="125016" y="61516"/>
                </a:cubicBezTo>
                <a:lnTo>
                  <a:pt x="111621" y="79375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5066043" y="5295722"/>
            <a:ext cx="2651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Self-Evolving QA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066043" y="5613160"/>
            <a:ext cx="26412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becomes a continuously improving, autonomous quality assurance system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130443" y="1798183"/>
            <a:ext cx="3743586" cy="6370899"/>
          </a:xfrm>
          <a:custGeom>
            <a:avLst/>
            <a:gdLst/>
            <a:ahLst/>
            <a:cxnLst/>
            <a:rect l="l" t="t" r="r" b="b"/>
            <a:pathLst>
              <a:path w="3743586" h="6370899">
                <a:moveTo>
                  <a:pt x="119046" y="0"/>
                </a:moveTo>
                <a:lnTo>
                  <a:pt x="3624540" y="0"/>
                </a:lnTo>
                <a:cubicBezTo>
                  <a:pt x="3690288" y="0"/>
                  <a:pt x="3743586" y="53299"/>
                  <a:pt x="3743586" y="119046"/>
                </a:cubicBezTo>
                <a:lnTo>
                  <a:pt x="3743586" y="6251853"/>
                </a:lnTo>
                <a:cubicBezTo>
                  <a:pt x="3743586" y="6317600"/>
                  <a:pt x="3690288" y="6370899"/>
                  <a:pt x="3624540" y="6370899"/>
                </a:cubicBezTo>
                <a:lnTo>
                  <a:pt x="119046" y="6370899"/>
                </a:lnTo>
                <a:cubicBezTo>
                  <a:pt x="53299" y="6370899"/>
                  <a:pt x="0" y="6317600"/>
                  <a:pt x="0" y="6251853"/>
                </a:cubicBezTo>
                <a:lnTo>
                  <a:pt x="0" y="119046"/>
                </a:lnTo>
                <a:cubicBezTo>
                  <a:pt x="0" y="53299"/>
                  <a:pt x="53299" y="0"/>
                  <a:pt x="119046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8038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91673" y="195941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79377" y="0"/>
                </a:moveTo>
                <a:lnTo>
                  <a:pt x="396873" y="0"/>
                </a:lnTo>
                <a:cubicBezTo>
                  <a:pt x="440712" y="0"/>
                  <a:pt x="476250" y="35538"/>
                  <a:pt x="476250" y="79377"/>
                </a:cubicBezTo>
                <a:lnTo>
                  <a:pt x="476250" y="396873"/>
                </a:lnTo>
                <a:cubicBezTo>
                  <a:pt x="476250" y="440712"/>
                  <a:pt x="440712" y="476250"/>
                  <a:pt x="396873" y="476250"/>
                </a:cubicBezTo>
                <a:lnTo>
                  <a:pt x="79377" y="476250"/>
                </a:lnTo>
                <a:cubicBezTo>
                  <a:pt x="35538" y="476250"/>
                  <a:pt x="0" y="440712"/>
                  <a:pt x="0" y="396873"/>
                </a:cubicBezTo>
                <a:lnTo>
                  <a:pt x="0" y="79377"/>
                </a:lnTo>
                <a:cubicBezTo>
                  <a:pt x="0" y="35567"/>
                  <a:pt x="35567" y="0"/>
                  <a:pt x="7937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0B981"/>
              </a:gs>
            </a:gsLst>
            <a:lin ang="2700000" scaled="1"/>
          </a:gradFill>
          <a:ln/>
        </p:spPr>
      </p:sp>
      <p:sp>
        <p:nvSpPr>
          <p:cNvPr id="51" name="Shape 48"/>
          <p:cNvSpPr/>
          <p:nvPr/>
        </p:nvSpPr>
        <p:spPr>
          <a:xfrm>
            <a:off x="8397790" y="207841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43945" y="-8790"/>
                </a:moveTo>
                <a:cubicBezTo>
                  <a:pt x="142038" y="-12511"/>
                  <a:pt x="138178" y="-14883"/>
                  <a:pt x="133992" y="-14883"/>
                </a:cubicBezTo>
                <a:cubicBezTo>
                  <a:pt x="129806" y="-14883"/>
                  <a:pt x="125946" y="-12511"/>
                  <a:pt x="124039" y="-8790"/>
                </a:cubicBezTo>
                <a:lnTo>
                  <a:pt x="89808" y="58276"/>
                </a:lnTo>
                <a:lnTo>
                  <a:pt x="15441" y="70089"/>
                </a:lnTo>
                <a:cubicBezTo>
                  <a:pt x="11302" y="70740"/>
                  <a:pt x="7860" y="73670"/>
                  <a:pt x="6558" y="77670"/>
                </a:cubicBezTo>
                <a:cubicBezTo>
                  <a:pt x="5255" y="81669"/>
                  <a:pt x="6325" y="86041"/>
                  <a:pt x="9255" y="89018"/>
                </a:cubicBezTo>
                <a:lnTo>
                  <a:pt x="62461" y="142270"/>
                </a:lnTo>
                <a:lnTo>
                  <a:pt x="50741" y="216638"/>
                </a:lnTo>
                <a:cubicBezTo>
                  <a:pt x="50090" y="220777"/>
                  <a:pt x="51811" y="224963"/>
                  <a:pt x="55206" y="227428"/>
                </a:cubicBezTo>
                <a:cubicBezTo>
                  <a:pt x="58601" y="229893"/>
                  <a:pt x="63066" y="230265"/>
                  <a:pt x="66833" y="228358"/>
                </a:cubicBezTo>
                <a:lnTo>
                  <a:pt x="133992" y="194221"/>
                </a:lnTo>
                <a:lnTo>
                  <a:pt x="201104" y="228358"/>
                </a:lnTo>
                <a:cubicBezTo>
                  <a:pt x="204825" y="230265"/>
                  <a:pt x="209336" y="229893"/>
                  <a:pt x="212731" y="227428"/>
                </a:cubicBezTo>
                <a:cubicBezTo>
                  <a:pt x="216126" y="224963"/>
                  <a:pt x="217847" y="220824"/>
                  <a:pt x="217196" y="216638"/>
                </a:cubicBezTo>
                <a:lnTo>
                  <a:pt x="205429" y="142270"/>
                </a:lnTo>
                <a:lnTo>
                  <a:pt x="258635" y="89018"/>
                </a:lnTo>
                <a:cubicBezTo>
                  <a:pt x="261612" y="86041"/>
                  <a:pt x="262635" y="81669"/>
                  <a:pt x="261333" y="77670"/>
                </a:cubicBezTo>
                <a:cubicBezTo>
                  <a:pt x="260031" y="73670"/>
                  <a:pt x="256635" y="70740"/>
                  <a:pt x="252450" y="70089"/>
                </a:cubicBezTo>
                <a:lnTo>
                  <a:pt x="178129" y="58276"/>
                </a:lnTo>
                <a:lnTo>
                  <a:pt x="143945" y="-87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8886907" y="2058632"/>
            <a:ext cx="113109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Final Vision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94185" y="2557159"/>
            <a:ext cx="3410211" cy="4450024"/>
          </a:xfrm>
          <a:custGeom>
            <a:avLst/>
            <a:gdLst/>
            <a:ahLst/>
            <a:cxnLst/>
            <a:rect l="l" t="t" r="r" b="b"/>
            <a:pathLst>
              <a:path w="3410211" h="4450024">
                <a:moveTo>
                  <a:pt x="119050" y="0"/>
                </a:moveTo>
                <a:lnTo>
                  <a:pt x="3291161" y="0"/>
                </a:lnTo>
                <a:cubicBezTo>
                  <a:pt x="3356911" y="0"/>
                  <a:pt x="3410211" y="53301"/>
                  <a:pt x="3410211" y="119050"/>
                </a:cubicBezTo>
                <a:lnTo>
                  <a:pt x="3410211" y="4330973"/>
                </a:lnTo>
                <a:cubicBezTo>
                  <a:pt x="3410211" y="4396723"/>
                  <a:pt x="3356911" y="4450024"/>
                  <a:pt x="3291161" y="4450024"/>
                </a:cubicBezTo>
                <a:lnTo>
                  <a:pt x="119050" y="4450024"/>
                </a:lnTo>
                <a:cubicBezTo>
                  <a:pt x="53301" y="4450024"/>
                  <a:pt x="0" y="4396723"/>
                  <a:pt x="0" y="4330973"/>
                </a:cubicBezTo>
                <a:lnTo>
                  <a:pt x="0" y="119050"/>
                </a:lnTo>
                <a:cubicBezTo>
                  <a:pt x="0" y="53301"/>
                  <a:pt x="53301" y="0"/>
                  <a:pt x="119050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 w="8038">
            <a:solidFill>
              <a:srgbClr val="4B5563">
                <a:alpha val="3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502670" y="2765643"/>
            <a:ext cx="2999571" cy="1377603"/>
          </a:xfrm>
          <a:custGeom>
            <a:avLst/>
            <a:gdLst/>
            <a:ahLst/>
            <a:cxnLst/>
            <a:rect l="l" t="t" r="r" b="b"/>
            <a:pathLst>
              <a:path w="2999571" h="1377603">
                <a:moveTo>
                  <a:pt x="79379" y="0"/>
                </a:moveTo>
                <a:lnTo>
                  <a:pt x="2920192" y="0"/>
                </a:lnTo>
                <a:cubicBezTo>
                  <a:pt x="2964032" y="0"/>
                  <a:pt x="2999571" y="31326"/>
                  <a:pt x="2999571" y="69968"/>
                </a:cubicBezTo>
                <a:lnTo>
                  <a:pt x="2999571" y="1307634"/>
                </a:lnTo>
                <a:cubicBezTo>
                  <a:pt x="2999571" y="1346277"/>
                  <a:pt x="2964032" y="1377603"/>
                  <a:pt x="2920192" y="1377603"/>
                </a:cubicBezTo>
                <a:lnTo>
                  <a:pt x="79379" y="1377603"/>
                </a:lnTo>
                <a:cubicBezTo>
                  <a:pt x="35539" y="1377603"/>
                  <a:pt x="0" y="1346277"/>
                  <a:pt x="0" y="1307634"/>
                </a:cubicBezTo>
                <a:lnTo>
                  <a:pt x="0" y="69968"/>
                </a:lnTo>
                <a:cubicBezTo>
                  <a:pt x="0" y="31326"/>
                  <a:pt x="35539" y="0"/>
                  <a:pt x="79379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4114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821570" y="2931898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200918" y="22324"/>
                </a:moveTo>
                <a:cubicBezTo>
                  <a:pt x="200918" y="9976"/>
                  <a:pt x="190942" y="0"/>
                  <a:pt x="178594" y="0"/>
                </a:cubicBezTo>
                <a:cubicBezTo>
                  <a:pt x="166246" y="0"/>
                  <a:pt x="156270" y="9976"/>
                  <a:pt x="156270" y="22324"/>
                </a:cubicBezTo>
                <a:lnTo>
                  <a:pt x="156270" y="167432"/>
                </a:lnTo>
                <a:cubicBezTo>
                  <a:pt x="156270" y="173571"/>
                  <a:pt x="151247" y="178594"/>
                  <a:pt x="145107" y="178594"/>
                </a:cubicBezTo>
                <a:cubicBezTo>
                  <a:pt x="138968" y="178594"/>
                  <a:pt x="133945" y="173571"/>
                  <a:pt x="133945" y="167432"/>
                </a:cubicBezTo>
                <a:lnTo>
                  <a:pt x="133945" y="44648"/>
                </a:lnTo>
                <a:cubicBezTo>
                  <a:pt x="133945" y="32300"/>
                  <a:pt x="123969" y="22324"/>
                  <a:pt x="111621" y="22324"/>
                </a:cubicBezTo>
                <a:cubicBezTo>
                  <a:pt x="99273" y="22324"/>
                  <a:pt x="89297" y="32300"/>
                  <a:pt x="89297" y="44648"/>
                </a:cubicBezTo>
                <a:lnTo>
                  <a:pt x="89297" y="234404"/>
                </a:lnTo>
                <a:cubicBezTo>
                  <a:pt x="89297" y="235451"/>
                  <a:pt x="89297" y="236567"/>
                  <a:pt x="89367" y="237613"/>
                </a:cubicBezTo>
                <a:lnTo>
                  <a:pt x="47160" y="197430"/>
                </a:lnTo>
                <a:cubicBezTo>
                  <a:pt x="35998" y="186826"/>
                  <a:pt x="18348" y="187244"/>
                  <a:pt x="7674" y="198406"/>
                </a:cubicBezTo>
                <a:cubicBezTo>
                  <a:pt x="-3000" y="209569"/>
                  <a:pt x="-2511" y="227219"/>
                  <a:pt x="8651" y="237892"/>
                </a:cubicBezTo>
                <a:lnTo>
                  <a:pt x="87064" y="312539"/>
                </a:lnTo>
                <a:cubicBezTo>
                  <a:pt x="117132" y="341212"/>
                  <a:pt x="157107" y="357188"/>
                  <a:pt x="198686" y="357188"/>
                </a:cubicBezTo>
                <a:lnTo>
                  <a:pt x="212080" y="357188"/>
                </a:lnTo>
                <a:cubicBezTo>
                  <a:pt x="279890" y="357188"/>
                  <a:pt x="334863" y="302214"/>
                  <a:pt x="334863" y="234404"/>
                </a:cubicBezTo>
                <a:lnTo>
                  <a:pt x="334863" y="89297"/>
                </a:lnTo>
                <a:cubicBezTo>
                  <a:pt x="334863" y="76949"/>
                  <a:pt x="324887" y="66973"/>
                  <a:pt x="312539" y="66973"/>
                </a:cubicBezTo>
                <a:cubicBezTo>
                  <a:pt x="300191" y="66973"/>
                  <a:pt x="290215" y="76949"/>
                  <a:pt x="290215" y="89297"/>
                </a:cubicBezTo>
                <a:lnTo>
                  <a:pt x="290215" y="167432"/>
                </a:lnTo>
                <a:cubicBezTo>
                  <a:pt x="290215" y="173571"/>
                  <a:pt x="285192" y="178594"/>
                  <a:pt x="279053" y="178594"/>
                </a:cubicBezTo>
                <a:cubicBezTo>
                  <a:pt x="272914" y="178594"/>
                  <a:pt x="267891" y="173571"/>
                  <a:pt x="267891" y="167432"/>
                </a:cubicBezTo>
                <a:lnTo>
                  <a:pt x="267891" y="44648"/>
                </a:lnTo>
                <a:cubicBezTo>
                  <a:pt x="267891" y="32300"/>
                  <a:pt x="257914" y="22324"/>
                  <a:pt x="245566" y="22324"/>
                </a:cubicBezTo>
                <a:cubicBezTo>
                  <a:pt x="233218" y="22324"/>
                  <a:pt x="223242" y="32300"/>
                  <a:pt x="223242" y="44648"/>
                </a:cubicBezTo>
                <a:lnTo>
                  <a:pt x="223242" y="167432"/>
                </a:lnTo>
                <a:cubicBezTo>
                  <a:pt x="223242" y="173571"/>
                  <a:pt x="218219" y="178594"/>
                  <a:pt x="212080" y="178594"/>
                </a:cubicBezTo>
                <a:cubicBezTo>
                  <a:pt x="205941" y="178594"/>
                  <a:pt x="200918" y="173571"/>
                  <a:pt x="200918" y="167432"/>
                </a:cubicBezTo>
                <a:lnTo>
                  <a:pt x="200918" y="22324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6" name="Text 53"/>
          <p:cNvSpPr/>
          <p:nvPr/>
        </p:nvSpPr>
        <p:spPr>
          <a:xfrm>
            <a:off x="8624087" y="3290094"/>
            <a:ext cx="275629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6" b="1" dirty="0">
                <a:solidFill>
                  <a:srgbClr val="EF444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Manual QA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634009" y="3626210"/>
            <a:ext cx="273645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Reactive, time-intensive, fragmented processes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9890615" y="4260417"/>
            <a:ext cx="223242" cy="297656"/>
          </a:xfrm>
          <a:custGeom>
            <a:avLst/>
            <a:gdLst/>
            <a:ahLst/>
            <a:cxnLst/>
            <a:rect l="l" t="t" r="r" b="b"/>
            <a:pathLst>
              <a:path w="223242" h="297656">
                <a:moveTo>
                  <a:pt x="98482" y="292191"/>
                </a:moveTo>
                <a:cubicBezTo>
                  <a:pt x="105749" y="299458"/>
                  <a:pt x="117551" y="299458"/>
                  <a:pt x="124818" y="292191"/>
                </a:cubicBezTo>
                <a:lnTo>
                  <a:pt x="217836" y="199174"/>
                </a:lnTo>
                <a:cubicBezTo>
                  <a:pt x="225103" y="191907"/>
                  <a:pt x="225103" y="180105"/>
                  <a:pt x="217836" y="172838"/>
                </a:cubicBezTo>
                <a:cubicBezTo>
                  <a:pt x="210569" y="165571"/>
                  <a:pt x="198767" y="165571"/>
                  <a:pt x="191500" y="172838"/>
                </a:cubicBezTo>
                <a:lnTo>
                  <a:pt x="130225" y="234114"/>
                </a:lnTo>
                <a:lnTo>
                  <a:pt x="130225" y="18604"/>
                </a:lnTo>
                <a:cubicBezTo>
                  <a:pt x="130225" y="8313"/>
                  <a:pt x="121911" y="0"/>
                  <a:pt x="111621" y="0"/>
                </a:cubicBezTo>
                <a:cubicBezTo>
                  <a:pt x="101331" y="0"/>
                  <a:pt x="93018" y="8313"/>
                  <a:pt x="93018" y="18604"/>
                </a:cubicBezTo>
                <a:lnTo>
                  <a:pt x="93018" y="234114"/>
                </a:lnTo>
                <a:lnTo>
                  <a:pt x="31742" y="172838"/>
                </a:lnTo>
                <a:cubicBezTo>
                  <a:pt x="24475" y="165571"/>
                  <a:pt x="12674" y="165571"/>
                  <a:pt x="5407" y="172838"/>
                </a:cubicBezTo>
                <a:cubicBezTo>
                  <a:pt x="-1860" y="180105"/>
                  <a:pt x="-1860" y="191907"/>
                  <a:pt x="5407" y="199174"/>
                </a:cubicBezTo>
                <a:lnTo>
                  <a:pt x="98424" y="292191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9" name="Shape 56"/>
          <p:cNvSpPr/>
          <p:nvPr/>
        </p:nvSpPr>
        <p:spPr>
          <a:xfrm>
            <a:off x="9304034" y="5001128"/>
            <a:ext cx="1397000" cy="267278"/>
          </a:xfrm>
          <a:custGeom>
            <a:avLst/>
            <a:gdLst/>
            <a:ahLst/>
            <a:cxnLst/>
            <a:rect l="l" t="t" r="r" b="b"/>
            <a:pathLst>
              <a:path w="1397000" h="267278">
                <a:moveTo>
                  <a:pt x="198438" y="0"/>
                </a:moveTo>
                <a:lnTo>
                  <a:pt x="1198563" y="0"/>
                </a:lnTo>
                <a:cubicBezTo>
                  <a:pt x="1308083" y="0"/>
                  <a:pt x="1397000" y="59882"/>
                  <a:pt x="1397000" y="133639"/>
                </a:cubicBezTo>
                <a:lnTo>
                  <a:pt x="1397000" y="133639"/>
                </a:lnTo>
                <a:cubicBezTo>
                  <a:pt x="1397000" y="207397"/>
                  <a:pt x="1308083" y="267278"/>
                  <a:pt x="1198563" y="267278"/>
                </a:cubicBezTo>
                <a:lnTo>
                  <a:pt x="198438" y="267278"/>
                </a:lnTo>
                <a:cubicBezTo>
                  <a:pt x="88917" y="267278"/>
                  <a:pt x="0" y="207397"/>
                  <a:pt x="0" y="133639"/>
                </a:cubicBezTo>
                <a:lnTo>
                  <a:pt x="0" y="133639"/>
                </a:lnTo>
                <a:cubicBezTo>
                  <a:pt x="0" y="59882"/>
                  <a:pt x="88917" y="0"/>
                  <a:pt x="19843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60" name="Text 57"/>
          <p:cNvSpPr/>
          <p:nvPr/>
        </p:nvSpPr>
        <p:spPr>
          <a:xfrm>
            <a:off x="9462753" y="5001128"/>
            <a:ext cx="1146259" cy="15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Transformation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502670" y="5434581"/>
            <a:ext cx="2999571" cy="1364446"/>
          </a:xfrm>
          <a:custGeom>
            <a:avLst/>
            <a:gdLst/>
            <a:ahLst/>
            <a:cxnLst/>
            <a:rect l="l" t="t" r="r" b="b"/>
            <a:pathLst>
              <a:path w="2999571" h="1364446">
                <a:moveTo>
                  <a:pt x="79370" y="0"/>
                </a:moveTo>
                <a:lnTo>
                  <a:pt x="2920201" y="0"/>
                </a:lnTo>
                <a:cubicBezTo>
                  <a:pt x="2964036" y="0"/>
                  <a:pt x="2999571" y="35535"/>
                  <a:pt x="2999571" y="79370"/>
                </a:cubicBezTo>
                <a:lnTo>
                  <a:pt x="2999571" y="1285076"/>
                </a:lnTo>
                <a:cubicBezTo>
                  <a:pt x="2999571" y="1328911"/>
                  <a:pt x="2964036" y="1364446"/>
                  <a:pt x="2920201" y="1364446"/>
                </a:cubicBezTo>
                <a:lnTo>
                  <a:pt x="79370" y="1364446"/>
                </a:lnTo>
                <a:cubicBezTo>
                  <a:pt x="35535" y="1364446"/>
                  <a:pt x="0" y="1328911"/>
                  <a:pt x="0" y="1285076"/>
                </a:cubicBezTo>
                <a:lnTo>
                  <a:pt x="0" y="79370"/>
                </a:lnTo>
                <a:cubicBezTo>
                  <a:pt x="0" y="35535"/>
                  <a:pt x="35535" y="0"/>
                  <a:pt x="7937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24114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776922" y="5600835"/>
            <a:ext cx="446484" cy="357188"/>
          </a:xfrm>
          <a:custGeom>
            <a:avLst/>
            <a:gdLst/>
            <a:ahLst/>
            <a:cxnLst/>
            <a:rect l="l" t="t" r="r" b="b"/>
            <a:pathLst>
              <a:path w="446484" h="357188">
                <a:moveTo>
                  <a:pt x="245566" y="0"/>
                </a:moveTo>
                <a:cubicBezTo>
                  <a:pt x="245566" y="-12348"/>
                  <a:pt x="235590" y="-22324"/>
                  <a:pt x="223242" y="-22324"/>
                </a:cubicBezTo>
                <a:cubicBezTo>
                  <a:pt x="210894" y="-22324"/>
                  <a:pt x="200918" y="-12348"/>
                  <a:pt x="200918" y="0"/>
                </a:cubicBezTo>
                <a:lnTo>
                  <a:pt x="200918" y="44648"/>
                </a:lnTo>
                <a:lnTo>
                  <a:pt x="133945" y="44648"/>
                </a:lnTo>
                <a:cubicBezTo>
                  <a:pt x="96971" y="44648"/>
                  <a:pt x="66973" y="74647"/>
                  <a:pt x="66973" y="111621"/>
                </a:cubicBezTo>
                <a:lnTo>
                  <a:pt x="66973" y="267891"/>
                </a:lnTo>
                <a:cubicBezTo>
                  <a:pt x="66973" y="304865"/>
                  <a:pt x="96971" y="334863"/>
                  <a:pt x="133945" y="334863"/>
                </a:cubicBezTo>
                <a:lnTo>
                  <a:pt x="312539" y="334863"/>
                </a:lnTo>
                <a:cubicBezTo>
                  <a:pt x="349514" y="334863"/>
                  <a:pt x="379512" y="304865"/>
                  <a:pt x="379512" y="267891"/>
                </a:cubicBezTo>
                <a:lnTo>
                  <a:pt x="379512" y="111621"/>
                </a:lnTo>
                <a:cubicBezTo>
                  <a:pt x="379512" y="74647"/>
                  <a:pt x="349514" y="44648"/>
                  <a:pt x="312539" y="44648"/>
                </a:cubicBezTo>
                <a:lnTo>
                  <a:pt x="245566" y="44648"/>
                </a:lnTo>
                <a:lnTo>
                  <a:pt x="245566" y="0"/>
                </a:lnTo>
                <a:close/>
                <a:moveTo>
                  <a:pt x="111621" y="256729"/>
                </a:moveTo>
                <a:cubicBezTo>
                  <a:pt x="111621" y="247450"/>
                  <a:pt x="119086" y="239985"/>
                  <a:pt x="128364" y="239985"/>
                </a:cubicBezTo>
                <a:lnTo>
                  <a:pt x="150688" y="239985"/>
                </a:lnTo>
                <a:cubicBezTo>
                  <a:pt x="159967" y="239985"/>
                  <a:pt x="167432" y="247450"/>
                  <a:pt x="167432" y="256729"/>
                </a:cubicBezTo>
                <a:cubicBezTo>
                  <a:pt x="167432" y="266007"/>
                  <a:pt x="159967" y="273472"/>
                  <a:pt x="150688" y="273472"/>
                </a:cubicBezTo>
                <a:lnTo>
                  <a:pt x="128364" y="273472"/>
                </a:lnTo>
                <a:cubicBezTo>
                  <a:pt x="119086" y="273472"/>
                  <a:pt x="111621" y="266007"/>
                  <a:pt x="111621" y="256729"/>
                </a:cubicBezTo>
                <a:close/>
                <a:moveTo>
                  <a:pt x="195337" y="256729"/>
                </a:moveTo>
                <a:cubicBezTo>
                  <a:pt x="195337" y="247450"/>
                  <a:pt x="202802" y="239985"/>
                  <a:pt x="212080" y="239985"/>
                </a:cubicBezTo>
                <a:lnTo>
                  <a:pt x="234404" y="239985"/>
                </a:lnTo>
                <a:cubicBezTo>
                  <a:pt x="243683" y="239985"/>
                  <a:pt x="251147" y="247450"/>
                  <a:pt x="251147" y="256729"/>
                </a:cubicBezTo>
                <a:cubicBezTo>
                  <a:pt x="251147" y="266007"/>
                  <a:pt x="243683" y="273472"/>
                  <a:pt x="234404" y="273472"/>
                </a:cubicBezTo>
                <a:lnTo>
                  <a:pt x="212080" y="273472"/>
                </a:lnTo>
                <a:cubicBezTo>
                  <a:pt x="202802" y="273472"/>
                  <a:pt x="195337" y="266007"/>
                  <a:pt x="195337" y="256729"/>
                </a:cubicBezTo>
                <a:close/>
                <a:moveTo>
                  <a:pt x="279053" y="256729"/>
                </a:moveTo>
                <a:cubicBezTo>
                  <a:pt x="279053" y="247450"/>
                  <a:pt x="286517" y="239985"/>
                  <a:pt x="295796" y="239985"/>
                </a:cubicBezTo>
                <a:lnTo>
                  <a:pt x="318120" y="239985"/>
                </a:lnTo>
                <a:cubicBezTo>
                  <a:pt x="327399" y="239985"/>
                  <a:pt x="334863" y="247450"/>
                  <a:pt x="334863" y="256729"/>
                </a:cubicBezTo>
                <a:cubicBezTo>
                  <a:pt x="334863" y="266007"/>
                  <a:pt x="327399" y="273472"/>
                  <a:pt x="318120" y="273472"/>
                </a:cubicBezTo>
                <a:lnTo>
                  <a:pt x="295796" y="273472"/>
                </a:lnTo>
                <a:cubicBezTo>
                  <a:pt x="286517" y="273472"/>
                  <a:pt x="279053" y="266007"/>
                  <a:pt x="279053" y="256729"/>
                </a:cubicBezTo>
                <a:close/>
                <a:moveTo>
                  <a:pt x="156270" y="122783"/>
                </a:moveTo>
                <a:cubicBezTo>
                  <a:pt x="174751" y="122783"/>
                  <a:pt x="189756" y="137788"/>
                  <a:pt x="189756" y="156270"/>
                </a:cubicBezTo>
                <a:cubicBezTo>
                  <a:pt x="189756" y="174751"/>
                  <a:pt x="174751" y="189756"/>
                  <a:pt x="156270" y="189756"/>
                </a:cubicBezTo>
                <a:cubicBezTo>
                  <a:pt x="137788" y="189756"/>
                  <a:pt x="122783" y="174751"/>
                  <a:pt x="122783" y="156270"/>
                </a:cubicBezTo>
                <a:cubicBezTo>
                  <a:pt x="122783" y="137788"/>
                  <a:pt x="137788" y="122783"/>
                  <a:pt x="156270" y="122783"/>
                </a:cubicBezTo>
                <a:close/>
                <a:moveTo>
                  <a:pt x="256729" y="156270"/>
                </a:moveTo>
                <a:cubicBezTo>
                  <a:pt x="256729" y="137788"/>
                  <a:pt x="271733" y="122783"/>
                  <a:pt x="290215" y="122783"/>
                </a:cubicBezTo>
                <a:cubicBezTo>
                  <a:pt x="308696" y="122783"/>
                  <a:pt x="323701" y="137788"/>
                  <a:pt x="323701" y="156270"/>
                </a:cubicBezTo>
                <a:cubicBezTo>
                  <a:pt x="323701" y="174751"/>
                  <a:pt x="308696" y="189756"/>
                  <a:pt x="290215" y="189756"/>
                </a:cubicBezTo>
                <a:cubicBezTo>
                  <a:pt x="271733" y="189756"/>
                  <a:pt x="256729" y="174751"/>
                  <a:pt x="256729" y="156270"/>
                </a:cubicBezTo>
                <a:close/>
                <a:moveTo>
                  <a:pt x="44648" y="156270"/>
                </a:moveTo>
                <a:cubicBezTo>
                  <a:pt x="44648" y="143921"/>
                  <a:pt x="34672" y="133945"/>
                  <a:pt x="22324" y="133945"/>
                </a:cubicBezTo>
                <a:cubicBezTo>
                  <a:pt x="9976" y="133945"/>
                  <a:pt x="0" y="143921"/>
                  <a:pt x="0" y="156270"/>
                </a:cubicBezTo>
                <a:lnTo>
                  <a:pt x="0" y="223242"/>
                </a:lnTo>
                <a:cubicBezTo>
                  <a:pt x="0" y="235590"/>
                  <a:pt x="9976" y="245566"/>
                  <a:pt x="22324" y="245566"/>
                </a:cubicBezTo>
                <a:cubicBezTo>
                  <a:pt x="34672" y="245566"/>
                  <a:pt x="44648" y="235590"/>
                  <a:pt x="44648" y="223242"/>
                </a:cubicBezTo>
                <a:lnTo>
                  <a:pt x="44648" y="156270"/>
                </a:lnTo>
                <a:close/>
                <a:moveTo>
                  <a:pt x="424160" y="133945"/>
                </a:moveTo>
                <a:cubicBezTo>
                  <a:pt x="411812" y="133945"/>
                  <a:pt x="401836" y="143921"/>
                  <a:pt x="401836" y="156270"/>
                </a:cubicBezTo>
                <a:lnTo>
                  <a:pt x="401836" y="223242"/>
                </a:lnTo>
                <a:cubicBezTo>
                  <a:pt x="401836" y="235590"/>
                  <a:pt x="411812" y="245566"/>
                  <a:pt x="424160" y="245566"/>
                </a:cubicBezTo>
                <a:cubicBezTo>
                  <a:pt x="436508" y="245566"/>
                  <a:pt x="446484" y="235590"/>
                  <a:pt x="446484" y="223242"/>
                </a:cubicBezTo>
                <a:lnTo>
                  <a:pt x="446484" y="156270"/>
                </a:lnTo>
                <a:cubicBezTo>
                  <a:pt x="446484" y="143921"/>
                  <a:pt x="436508" y="133945"/>
                  <a:pt x="424160" y="13394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3" name="Text 60"/>
          <p:cNvSpPr/>
          <p:nvPr/>
        </p:nvSpPr>
        <p:spPr>
          <a:xfrm>
            <a:off x="8624276" y="6076991"/>
            <a:ext cx="275629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6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AI-Driven QA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634198" y="6434069"/>
            <a:ext cx="27364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4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Proactive, intelligent, self-evolving system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661247" y="737743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66973"/>
                </a:moveTo>
                <a:cubicBezTo>
                  <a:pt x="0" y="46416"/>
                  <a:pt x="16650" y="29766"/>
                  <a:pt x="37207" y="29766"/>
                </a:cubicBezTo>
                <a:lnTo>
                  <a:pt x="39688" y="29766"/>
                </a:lnTo>
                <a:cubicBezTo>
                  <a:pt x="45176" y="29766"/>
                  <a:pt x="49609" y="34199"/>
                  <a:pt x="49609" y="39688"/>
                </a:cubicBezTo>
                <a:cubicBezTo>
                  <a:pt x="49609" y="45176"/>
                  <a:pt x="45176" y="49609"/>
                  <a:pt x="39688" y="49609"/>
                </a:cubicBezTo>
                <a:lnTo>
                  <a:pt x="37207" y="49609"/>
                </a:lnTo>
                <a:cubicBezTo>
                  <a:pt x="27626" y="49609"/>
                  <a:pt x="19844" y="57392"/>
                  <a:pt x="19844" y="66973"/>
                </a:cubicBezTo>
                <a:lnTo>
                  <a:pt x="19844" y="69453"/>
                </a:lnTo>
                <a:lnTo>
                  <a:pt x="39688" y="69453"/>
                </a:lnTo>
                <a:cubicBezTo>
                  <a:pt x="50633" y="69453"/>
                  <a:pt x="59531" y="78352"/>
                  <a:pt x="59531" y="89297"/>
                </a:cubicBezTo>
                <a:lnTo>
                  <a:pt x="59531" y="109141"/>
                </a:lnTo>
                <a:cubicBezTo>
                  <a:pt x="59531" y="120086"/>
                  <a:pt x="50633" y="128984"/>
                  <a:pt x="39688" y="128984"/>
                </a:cubicBezTo>
                <a:lnTo>
                  <a:pt x="19844" y="128984"/>
                </a:lnTo>
                <a:cubicBezTo>
                  <a:pt x="8899" y="128984"/>
                  <a:pt x="0" y="120086"/>
                  <a:pt x="0" y="109141"/>
                </a:cubicBezTo>
                <a:lnTo>
                  <a:pt x="0" y="66973"/>
                </a:lnTo>
                <a:close/>
                <a:moveTo>
                  <a:pt x="79375" y="66973"/>
                </a:moveTo>
                <a:cubicBezTo>
                  <a:pt x="79375" y="46416"/>
                  <a:pt x="96025" y="29766"/>
                  <a:pt x="116582" y="29766"/>
                </a:cubicBezTo>
                <a:lnTo>
                  <a:pt x="119062" y="29766"/>
                </a:lnTo>
                <a:cubicBezTo>
                  <a:pt x="124551" y="29766"/>
                  <a:pt x="128984" y="34199"/>
                  <a:pt x="128984" y="39688"/>
                </a:cubicBezTo>
                <a:cubicBezTo>
                  <a:pt x="128984" y="45176"/>
                  <a:pt x="124551" y="49609"/>
                  <a:pt x="119062" y="49609"/>
                </a:cubicBezTo>
                <a:lnTo>
                  <a:pt x="116582" y="49609"/>
                </a:lnTo>
                <a:cubicBezTo>
                  <a:pt x="107001" y="49609"/>
                  <a:pt x="99219" y="57392"/>
                  <a:pt x="99219" y="66973"/>
                </a:cubicBezTo>
                <a:lnTo>
                  <a:pt x="99219" y="69453"/>
                </a:lnTo>
                <a:lnTo>
                  <a:pt x="119062" y="69453"/>
                </a:lnTo>
                <a:cubicBezTo>
                  <a:pt x="130008" y="69453"/>
                  <a:pt x="138906" y="78352"/>
                  <a:pt x="138906" y="89297"/>
                </a:cubicBezTo>
                <a:lnTo>
                  <a:pt x="138906" y="109141"/>
                </a:lnTo>
                <a:cubicBezTo>
                  <a:pt x="138906" y="120086"/>
                  <a:pt x="130008" y="128984"/>
                  <a:pt x="119062" y="128984"/>
                </a:cubicBezTo>
                <a:lnTo>
                  <a:pt x="99219" y="128984"/>
                </a:lnTo>
                <a:cubicBezTo>
                  <a:pt x="88274" y="128984"/>
                  <a:pt x="79375" y="120086"/>
                  <a:pt x="79375" y="109141"/>
                </a:cubicBezTo>
                <a:lnTo>
                  <a:pt x="79375" y="66973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6" name="Text 63"/>
          <p:cNvSpPr/>
          <p:nvPr/>
        </p:nvSpPr>
        <p:spPr>
          <a:xfrm>
            <a:off x="8663774" y="7332218"/>
            <a:ext cx="2919016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shifts from manual execution to </a:t>
            </a:r>
            <a:pPr algn="ctr">
              <a:lnSpc>
                <a:spcPct val="140000"/>
              </a:lnSpc>
            </a:pPr>
            <a:r>
              <a:rPr lang="en-US" sz="12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orchestration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QA Transformation</dc:title>
  <dc:subject>AI-Powered QA Transformation</dc:subject>
  <dc:creator>Kimi</dc:creator>
  <cp:lastModifiedBy>Kimi</cp:lastModifiedBy>
  <cp:revision>1</cp:revision>
  <dcterms:created xsi:type="dcterms:W3CDTF">2026-04-19T23:33:55Z</dcterms:created>
  <dcterms:modified xsi:type="dcterms:W3CDTF">2026-04-19T23:33:55Z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{"Label":"AI-Powered QA Transformation","ContentProducer":"001191110108MACG2KBH8F10000","ProduceID":"19da8156-b4f2-821b-8000-00004dfaf42c","ReservedCode1":"","ContentPropagator":"001191110108MACG2KBH8F20000","PropagateID":"19da8156-b4f2-821b-8000-00004dfaf42c","ReservedCode2":""}</vt:lpwstr>
  </property>
</Properties>
</file>
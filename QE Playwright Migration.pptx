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6256000" cy="9144000"/>
  <p:notesSz cx="9144000" cy="16256000"/>
  <p:embeddedFontLst>
    <p:embeddedFont>
      <p:font typeface="Liter" charset="-122" pitchFamily="34"/>
      <p:regular r:id="rId10"/>
    </p:embeddedFont>
    <p:embeddedFont>
      <p:font typeface="Quattrocento Sans" charset="-122" pitchFamily="34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0"/>
            <a:ext cx="16256000" cy="25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711200" y="406400"/>
            <a:ext cx="508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Migration Matters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922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651000"/>
            <a:ext cx="6350000" cy="508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90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2352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2743200"/>
            <a:ext cx="584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946400"/>
            <a:ext cx="584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Selenium tests and manual qTest steps are useful but scattered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Workflow knowledge often lives in people, screenshots, or old scripts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Locators may be incomplete, unstable, or not reviewed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cannot help well unless the knowledge base is clear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3000" y="3810000"/>
            <a:ext cx="1270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0" y="1651000"/>
            <a:ext cx="6350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0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22352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0" y="2743200"/>
            <a:ext cx="584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946400"/>
            <a:ext cx="584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Playwright becomes the automation execution framework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qTest, recordings, locators, and notes become reusable knowledge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helps draft, summarize, compare, and identify gaps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QE keeps final review and quality ownership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7112000"/>
            <a:ext cx="14224000" cy="76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7213600"/>
            <a:ext cx="137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migrated test improves automation and knowledge.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0"/>
            <a:ext cx="16256000" cy="25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711200" y="406400"/>
            <a:ext cx="508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8-Stage QE Engineer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922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2794000" cy="165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498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803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Pick Candidate Test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73500" y="2057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4318000" y="1397000"/>
            <a:ext cx="2794000" cy="16510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21200" y="1498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1200" y="1803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Existing Knowledge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75500" y="2057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0" y="1397000"/>
            <a:ext cx="2794000" cy="1651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823200" y="1498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DE6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23200" y="1803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77500" y="2057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2000" y="1397000"/>
            <a:ext cx="2794000" cy="1651000"/>
          </a:xfrm>
          <a:prstGeom prst="rect">
            <a:avLst/>
          </a:prstGeom>
          <a:solidFill>
            <a:srgbClr val="F1F5F9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25200" y="1498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25200" y="1803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Locators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3429000"/>
            <a:ext cx="2794000" cy="165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3530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9200" y="3835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Knowledge Base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73500" y="4089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18000" y="3429000"/>
            <a:ext cx="2794000" cy="16510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4521200" y="3530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1200" y="3835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Draft Playwright Test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5500" y="4089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0" y="3429000"/>
            <a:ext cx="2794000" cy="1651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7823200" y="3530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DE6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23200" y="3835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And Run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477500" y="40894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22000" y="3429000"/>
            <a:ext cx="2794000" cy="1651000"/>
          </a:xfrm>
          <a:prstGeom prst="rect">
            <a:avLst/>
          </a:prstGeom>
          <a:solidFill>
            <a:srgbClr val="F1F5F9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25200" y="3530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25200" y="38354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Promote And Improve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4224000" y="2222500"/>
            <a:ext cx="0" cy="2032000"/>
          </a:xfrm>
          <a:prstGeom prst="straightConnector1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14351000" y="3048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candidate 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 flipV="1">
            <a:off x="9017000" y="3048000"/>
            <a:ext cx="0" cy="381000"/>
          </a:xfrm>
          <a:prstGeom prst="straightConnector1">
            <a:avLst/>
          </a:prstGeom>
          <a:noFill/>
          <a:ln w="19050">
            <a:solidFill>
              <a:srgbClr val="B45309"/>
            </a:solidFill>
            <a:prstDash val="sysDot"/>
            <a:headEnd type="none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7366000" y="311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workflow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 flipV="1">
            <a:off x="10541000" y="1320800"/>
            <a:ext cx="0" cy="2108200"/>
          </a:xfrm>
          <a:prstGeom prst="straightConnector1">
            <a:avLst/>
          </a:prstGeom>
          <a:noFill/>
          <a:ln w="19050">
            <a:solidFill>
              <a:srgbClr val="B45309"/>
            </a:solidFill>
            <a:prstDash val="sysDot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541000" y="1320800"/>
            <a:ext cx="1778000" cy="0"/>
          </a:xfrm>
          <a:prstGeom prst="straightConnector1">
            <a:avLst/>
          </a:prstGeom>
          <a:noFill/>
          <a:ln w="19050">
            <a:solidFill>
              <a:srgbClr val="B45309"/>
            </a:solidFill>
            <a:prstDash val="sysDot"/>
            <a:headEnd type="none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10668000" y="1117600"/>
            <a:ext cx="1524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unstable locator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 flipH="1">
            <a:off x="2413000" y="5334000"/>
            <a:ext cx="9906000" cy="0"/>
          </a:xfrm>
          <a:prstGeom prst="straightConnector1">
            <a:avLst/>
          </a:prstGeom>
          <a:noFill/>
          <a:ln w="19050">
            <a:solidFill>
              <a:srgbClr val="B45309"/>
            </a:solidFill>
            <a:prstDash val="sysDot"/>
            <a:headEnd type="arrow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715000" y="5080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16000" y="5842000"/>
            <a:ext cx="14224000" cy="101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1270000" y="5918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QE PRODUCES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70000" y="6223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Selected candidate · qTest &amp; Selenium notes · Workflow Markdown · Reviewed locator list · Updated KB entry · Playwright draft · Locally passing test · CI promotion notes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0"/>
            <a:ext cx="16256000" cy="25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711200" y="406400"/>
            <a:ext cx="508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QE Execution Checklist And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922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4318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" y="13970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699000" y="1447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447800"/>
            <a:ext cx="335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Checklist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2032000"/>
            <a:ext cx="39116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intent is clear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Preconditions are known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data is known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Workflow steps are documented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Expected result is documented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Required locators are captured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Unstable locators are marked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Assertions check business outcome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runs locally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 status is known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base is updated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1397000"/>
            <a:ext cx="4318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88000" y="1397000"/>
            <a:ext cx="508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3225" y="1447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44450" y="9932"/>
                  <a:pt x="34518" y="0"/>
                  <a:pt x="22225" y="0"/>
                </a:cubicBezTo>
                <a:cubicBezTo>
                  <a:pt x="9932" y="0"/>
                  <a:pt x="0" y="9932"/>
                  <a:pt x="0" y="22225"/>
                </a:cubicBezTo>
                <a:lnTo>
                  <a:pt x="0" y="333375"/>
                </a:lnTo>
                <a:cubicBezTo>
                  <a:pt x="0" y="345668"/>
                  <a:pt x="9932" y="355600"/>
                  <a:pt x="22225" y="355600"/>
                </a:cubicBezTo>
                <a:cubicBezTo>
                  <a:pt x="34518" y="355600"/>
                  <a:pt x="44450" y="345668"/>
                  <a:pt x="44450" y="333375"/>
                </a:cubicBezTo>
                <a:lnTo>
                  <a:pt x="44450" y="248920"/>
                </a:lnTo>
                <a:lnTo>
                  <a:pt x="87997" y="235863"/>
                </a:lnTo>
                <a:cubicBezTo>
                  <a:pt x="117098" y="227112"/>
                  <a:pt x="148491" y="229820"/>
                  <a:pt x="175647" y="243433"/>
                </a:cubicBezTo>
                <a:cubicBezTo>
                  <a:pt x="205303" y="258296"/>
                  <a:pt x="239891" y="260102"/>
                  <a:pt x="270937" y="248434"/>
                </a:cubicBezTo>
                <a:lnTo>
                  <a:pt x="296704" y="238780"/>
                </a:lnTo>
                <a:cubicBezTo>
                  <a:pt x="305385" y="235516"/>
                  <a:pt x="311150" y="227251"/>
                  <a:pt x="311150" y="217944"/>
                </a:cubicBezTo>
                <a:lnTo>
                  <a:pt x="311150" y="45909"/>
                </a:lnTo>
                <a:cubicBezTo>
                  <a:pt x="311150" y="29934"/>
                  <a:pt x="294342" y="19516"/>
                  <a:pt x="280035" y="26670"/>
                </a:cubicBezTo>
                <a:lnTo>
                  <a:pt x="271840" y="30768"/>
                </a:lnTo>
                <a:cubicBezTo>
                  <a:pt x="240655" y="46395"/>
                  <a:pt x="203914" y="46395"/>
                  <a:pt x="172660" y="30768"/>
                </a:cubicBezTo>
                <a:cubicBezTo>
                  <a:pt x="147380" y="18127"/>
                  <a:pt x="118279" y="15627"/>
                  <a:pt x="91261" y="23753"/>
                </a:cubicBezTo>
                <a:lnTo>
                  <a:pt x="44450" y="37783"/>
                </a:lnTo>
                <a:lnTo>
                  <a:pt x="44450" y="22225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791200" y="1447800"/>
            <a:ext cx="335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First Candidates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0" y="2032000"/>
            <a:ext cx="39116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Login smoke test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Home page navigation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record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Edit and save record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Approval workflow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 or permission check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or filter workflow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regression candidate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0" y="1397000"/>
            <a:ext cx="5080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0" y="1397000"/>
            <a:ext cx="50800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0" y="1447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363200" y="1447800"/>
            <a:ext cx="391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First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63200" y="2032000"/>
            <a:ext cx="46736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Already flaky tests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with unclear expected results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with many missing locators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requiring complex external setup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no one can explain confidently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7747000"/>
            <a:ext cx="14224000" cy="698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78232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= documented + located + asserted + runnable + updated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 Playwright Migration and AI Knowledge Base</dc:title>
  <dc:subject>QE Playwright Migration and AI Knowledge Base</dc:subject>
  <dc:creator>Kimi</dc:creator>
  <cp:lastModifiedBy>Kimi</cp:lastModifiedBy>
  <cp:revision>1</cp:revision>
  <dcterms:created xsi:type="dcterms:W3CDTF">2026-05-04T03:20:05Z</dcterms:created>
  <dcterms:modified xsi:type="dcterms:W3CDTF">2026-05-04T03:20:05Z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{"Label":"QE Playwright Migration and AI Knowledge Base","ContentProducer":"001191110108MACG2KBH8F10000","ProduceID":"19def96b-cee2-8dd7-8000-0000bc61dc18","ReservedCode1":"","ContentPropagator":"001191110108MACG2KBH8F20000","PropagateID":"19def96b-cee2-8dd7-8000-0000bc61dc18","ReservedCode2":""}</vt:lpwstr>
  </property>
</Properties>
</file>